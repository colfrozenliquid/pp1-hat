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6" r:id="rId1"/>
    <p:sldMasterId id="2147483727" r:id="rId2"/>
  </p:sldMasterIdLst>
  <p:notesMasterIdLst>
    <p:notesMasterId r:id="rId17"/>
  </p:notesMasterIdLst>
  <p:sldIdLst>
    <p:sldId id="256" r:id="rId3"/>
    <p:sldId id="257" r:id="rId4"/>
    <p:sldId id="258" r:id="rId5"/>
    <p:sldId id="259" r:id="rId6"/>
    <p:sldId id="260" r:id="rId7"/>
    <p:sldId id="262" r:id="rId8"/>
    <p:sldId id="263" r:id="rId9"/>
    <p:sldId id="264" r:id="rId10"/>
    <p:sldId id="261" r:id="rId11"/>
    <p:sldId id="265" r:id="rId12"/>
    <p:sldId id="268" r:id="rId13"/>
    <p:sldId id="266" r:id="rId14"/>
    <p:sldId id="267" r:id="rId15"/>
    <p:sldId id="269" r:id="rId16"/>
  </p:sldIdLst>
  <p:sldSz cx="9144000" cy="5143500" type="screen16x9"/>
  <p:notesSz cx="6858000" cy="9144000"/>
  <p:embeddedFontLst>
    <p:embeddedFont>
      <p:font typeface="Helvetica Neue" panose="020B0604020202020204" charset="0"/>
      <p:regular r:id="rId18"/>
      <p:bold r:id="rId19"/>
      <p:italic r:id="rId20"/>
      <p:boldItalic r:id="rId21"/>
    </p:embeddedFont>
    <p:embeddedFont>
      <p:font typeface="Helvetica Neue Light" panose="020B0604020202020204" charset="0"/>
      <p:regular r:id="rId22"/>
      <p:bold r:id="rId23"/>
      <p:italic r:id="rId24"/>
      <p:boldItalic r:id="rId25"/>
    </p:embeddedFont>
    <p:embeddedFont>
      <p:font typeface="Space Grotesk" panose="020B0604020202020204" charset="0"/>
      <p:regular r:id="rId26"/>
      <p:bold r:id="rId27"/>
    </p:embeddedFont>
    <p:embeddedFont>
      <p:font typeface="Space Grotesk Light" panose="020B0604020202020204" charset="0"/>
      <p:regular r:id="rId28"/>
      <p:bold r:id="rId29"/>
    </p:embeddedFont>
    <p:embeddedFont>
      <p:font typeface="Space Grotesk Medium"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7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676306-6D9F-43E6-B17A-93C0C526FA41}">
  <a:tblStyle styleId="{87676306-6D9F-43E6-B17A-93C0C526FA4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202" d="100"/>
          <a:sy n="202" d="100"/>
        </p:scale>
        <p:origin x="620" y="11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3b56cd2ee3f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775" name="Google Shape;775;g3b56cd2ee3f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39264f95266_0_1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784" name="Google Shape;784;g39264f95266_0_1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3b56cd2ee3f_0_8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791" name="Google Shape;791;g3b56cd2ee3f_0_8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39264f95266_0_1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00" name="Google Shape;800;g39264f95266_0_1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3b56cd2ee3f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10" name="Google Shape;810;g3b56cd2ee3f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39264f95266_0_1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30" name="Google Shape;830;g39264f95266_0_1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b56cd2ee3f_0_8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47" name="Google Shape;847;g3b56cd2ee3f_0_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3b64a66d07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69" name="Google Shape;869;g3b64a66d07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3b56cd2ee3f_0_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20" name="Google Shape;820;g3b56cd2ee3f_0_8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3b56cd2ee3f_0_8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879" name="Google Shape;879;g3b56cd2ee3f_0_8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a:extLst>
            <a:ext uri="{FF2B5EF4-FFF2-40B4-BE49-F238E27FC236}">
              <a16:creationId xmlns:a16="http://schemas.microsoft.com/office/drawing/2014/main" id="{8253E8FC-18A9-172B-A18B-9AB15410E7A5}"/>
            </a:ext>
          </a:extLst>
        </p:cNvPr>
        <p:cNvGrpSpPr/>
        <p:nvPr/>
      </p:nvGrpSpPr>
      <p:grpSpPr>
        <a:xfrm>
          <a:off x="0" y="0"/>
          <a:ext cx="0" cy="0"/>
          <a:chOff x="0" y="0"/>
          <a:chExt cx="0" cy="0"/>
        </a:xfrm>
      </p:grpSpPr>
      <p:sp>
        <p:nvSpPr>
          <p:cNvPr id="783" name="Google Shape;783;g39264f95266_0_1276:notes">
            <a:extLst>
              <a:ext uri="{FF2B5EF4-FFF2-40B4-BE49-F238E27FC236}">
                <a16:creationId xmlns:a16="http://schemas.microsoft.com/office/drawing/2014/main" id="{396C0E45-85D2-022C-E97E-A3C24B3990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784" name="Google Shape;784;g39264f95266_0_1276:notes">
            <a:extLst>
              <a:ext uri="{FF2B5EF4-FFF2-40B4-BE49-F238E27FC236}">
                <a16:creationId xmlns:a16="http://schemas.microsoft.com/office/drawing/2014/main" id="{2E6511D3-20B8-193E-F6BF-0FD60C27BD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extLst>
      <p:ext uri="{BB962C8B-B14F-4D97-AF65-F5344CB8AC3E}">
        <p14:creationId xmlns:p14="http://schemas.microsoft.com/office/powerpoint/2010/main" val="4007551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3b56cd2ee3f_0_9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901" name="Google Shape;901;g3b56cd2ee3f_0_9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b56cd2ee3f_0_9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910" name="Google Shape;910;g3b56cd2ee3f_0_9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a:extLst>
            <a:ext uri="{FF2B5EF4-FFF2-40B4-BE49-F238E27FC236}">
              <a16:creationId xmlns:a16="http://schemas.microsoft.com/office/drawing/2014/main" id="{EB789559-3834-8629-DE82-2C9C6F28BEAC}"/>
            </a:ext>
          </a:extLst>
        </p:cNvPr>
        <p:cNvGrpSpPr/>
        <p:nvPr/>
      </p:nvGrpSpPr>
      <p:grpSpPr>
        <a:xfrm>
          <a:off x="0" y="0"/>
          <a:ext cx="0" cy="0"/>
          <a:chOff x="0" y="0"/>
          <a:chExt cx="0" cy="0"/>
        </a:xfrm>
      </p:grpSpPr>
      <p:sp>
        <p:nvSpPr>
          <p:cNvPr id="790" name="Google Shape;790;g3b56cd2ee3f_0_818:notes">
            <a:extLst>
              <a:ext uri="{FF2B5EF4-FFF2-40B4-BE49-F238E27FC236}">
                <a16:creationId xmlns:a16="http://schemas.microsoft.com/office/drawing/2014/main" id="{1A96AF08-659A-7A9C-A57F-AC02776625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de-DE"/>
          </a:p>
        </p:txBody>
      </p:sp>
      <p:sp>
        <p:nvSpPr>
          <p:cNvPr id="791" name="Google Shape;791;g3b56cd2ee3f_0_818:notes">
            <a:extLst>
              <a:ext uri="{FF2B5EF4-FFF2-40B4-BE49-F238E27FC236}">
                <a16:creationId xmlns:a16="http://schemas.microsoft.com/office/drawing/2014/main" id="{A98F1822-7B07-31B9-23E0-DE53E592F8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6266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type="title">
  <p:cSld name="TITLE">
    <p:bg>
      <p:bgPr>
        <a:solidFill>
          <a:schemeClr val="lt2"/>
        </a:solidFill>
        <a:effectLst/>
      </p:bgPr>
    </p:bg>
    <p:spTree>
      <p:nvGrpSpPr>
        <p:cNvPr id="1" name="Shape 9"/>
        <p:cNvGrpSpPr/>
        <p:nvPr/>
      </p:nvGrpSpPr>
      <p:grpSpPr>
        <a:xfrm>
          <a:off x="0" y="0"/>
          <a:ext cx="0" cy="0"/>
          <a:chOff x="0" y="0"/>
          <a:chExt cx="0" cy="0"/>
        </a:xfrm>
      </p:grpSpPr>
      <p:cxnSp>
        <p:nvCxnSpPr>
          <p:cNvPr id="10" name="Google Shape;10;p2"/>
          <p:cNvCxnSpPr/>
          <p:nvPr/>
        </p:nvCxnSpPr>
        <p:spPr>
          <a:xfrm rot="10800000">
            <a:off x="4313279" y="66000"/>
            <a:ext cx="0" cy="5011500"/>
          </a:xfrm>
          <a:prstGeom prst="straightConnector1">
            <a:avLst/>
          </a:prstGeom>
          <a:noFill/>
          <a:ln w="19050" cap="flat" cmpd="sng">
            <a:solidFill>
              <a:schemeClr val="dk2"/>
            </a:solidFill>
            <a:prstDash val="solid"/>
            <a:round/>
            <a:headEnd type="none" w="med" len="med"/>
            <a:tailEnd type="none" w="med" len="med"/>
          </a:ln>
        </p:spPr>
      </p:cxnSp>
      <p:sp>
        <p:nvSpPr>
          <p:cNvPr id="11" name="Google Shape;11;p2"/>
          <p:cNvSpPr txBox="1">
            <a:spLocks noGrp="1"/>
          </p:cNvSpPr>
          <p:nvPr>
            <p:ph type="title"/>
          </p:nvPr>
        </p:nvSpPr>
        <p:spPr>
          <a:xfrm>
            <a:off x="4430121" y="-16450"/>
            <a:ext cx="4630500" cy="2641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a:endParaRPr/>
          </a:p>
        </p:txBody>
      </p:sp>
      <p:sp>
        <p:nvSpPr>
          <p:cNvPr id="12" name="Google Shape;12;p2"/>
          <p:cNvSpPr txBox="1">
            <a:spLocks noGrp="1"/>
          </p:cNvSpPr>
          <p:nvPr>
            <p:ph type="body" idx="1"/>
          </p:nvPr>
        </p:nvSpPr>
        <p:spPr>
          <a:xfrm>
            <a:off x="4447610" y="4714950"/>
            <a:ext cx="1828500" cy="338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
        <p:nvSpPr>
          <p:cNvPr id="13" name="Google Shape;13;p2"/>
          <p:cNvSpPr txBox="1">
            <a:spLocks noGrp="1"/>
          </p:cNvSpPr>
          <p:nvPr>
            <p:ph type="body" idx="2"/>
          </p:nvPr>
        </p:nvSpPr>
        <p:spPr>
          <a:xfrm>
            <a:off x="7208180" y="4714950"/>
            <a:ext cx="1828500" cy="338400"/>
          </a:xfrm>
          <a:prstGeom prst="rect">
            <a:avLst/>
          </a:prstGeom>
        </p:spPr>
        <p:txBody>
          <a:bodyPr spcFirstLastPara="1" wrap="square" lIns="91425" tIns="91425" rIns="91425" bIns="91425" anchor="t" anchorCtr="0">
            <a:noAutofit/>
          </a:bodyPr>
          <a:lstStyle>
            <a:lvl1pPr marL="457200" lvl="0"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
        <p:nvSpPr>
          <p:cNvPr id="14" name="Google Shape;14;p2"/>
          <p:cNvSpPr>
            <a:spLocks noGrp="1"/>
          </p:cNvSpPr>
          <p:nvPr>
            <p:ph type="pic" idx="3"/>
          </p:nvPr>
        </p:nvSpPr>
        <p:spPr>
          <a:xfrm>
            <a:off x="118850" y="109450"/>
            <a:ext cx="4058400" cy="4906800"/>
          </a:xfrm>
          <a:prstGeom prst="rect">
            <a:avLst/>
          </a:prstGeom>
          <a:noFill/>
          <a:ln>
            <a:noFill/>
          </a:ln>
        </p:spPr>
        <p:txBody>
          <a:bodyPr/>
          <a:lstStyle/>
          <a:p>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_1_3">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7" name="Google Shape;17;p3"/>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19"/>
        <p:cNvGrpSpPr/>
        <p:nvPr/>
      </p:nvGrpSpPr>
      <p:grpSpPr>
        <a:xfrm>
          <a:off x="0" y="0"/>
          <a:ext cx="0" cy="0"/>
          <a:chOff x="0" y="0"/>
          <a:chExt cx="0" cy="0"/>
        </a:xfrm>
      </p:grpSpPr>
      <p:sp>
        <p:nvSpPr>
          <p:cNvPr id="20" name="Google Shape;20;p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2" name="Google Shape;22;p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23" name="Google Shape;23;p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311150">
              <a:spcBef>
                <a:spcPts val="0"/>
              </a:spcBef>
              <a:spcAft>
                <a:spcPts val="0"/>
              </a:spcAft>
              <a:buClr>
                <a:schemeClr val="lt1"/>
              </a:buClr>
              <a:buSzPts val="1300"/>
              <a:buChar char="○"/>
              <a:defRPr>
                <a:solidFill>
                  <a:schemeClr val="lt1"/>
                </a:solidFill>
              </a:defRPr>
            </a:lvl2pPr>
            <a:lvl3pPr marL="1371600" lvl="2" indent="-311150">
              <a:spcBef>
                <a:spcPts val="0"/>
              </a:spcBef>
              <a:spcAft>
                <a:spcPts val="0"/>
              </a:spcAft>
              <a:buClr>
                <a:schemeClr val="lt1"/>
              </a:buClr>
              <a:buSzPts val="1300"/>
              <a:buChar char="■"/>
              <a:defRPr>
                <a:solidFill>
                  <a:schemeClr val="lt1"/>
                </a:solidFill>
              </a:defRPr>
            </a:lvl3pPr>
            <a:lvl4pPr marL="1828800" lvl="3" indent="-311150">
              <a:spcBef>
                <a:spcPts val="0"/>
              </a:spcBef>
              <a:spcAft>
                <a:spcPts val="0"/>
              </a:spcAft>
              <a:buClr>
                <a:schemeClr val="lt1"/>
              </a:buClr>
              <a:buSzPts val="1300"/>
              <a:buChar char="●"/>
              <a:defRPr>
                <a:solidFill>
                  <a:schemeClr val="lt1"/>
                </a:solidFill>
              </a:defRPr>
            </a:lvl4pPr>
            <a:lvl5pPr marL="2286000" lvl="4" indent="-311150">
              <a:spcBef>
                <a:spcPts val="0"/>
              </a:spcBef>
              <a:spcAft>
                <a:spcPts val="0"/>
              </a:spcAft>
              <a:buClr>
                <a:schemeClr val="lt1"/>
              </a:buClr>
              <a:buSzPts val="1300"/>
              <a:buChar char="○"/>
              <a:defRPr>
                <a:solidFill>
                  <a:schemeClr val="lt1"/>
                </a:solidFill>
              </a:defRPr>
            </a:lvl5pPr>
            <a:lvl6pPr marL="2743200" lvl="5" indent="-311150">
              <a:spcBef>
                <a:spcPts val="0"/>
              </a:spcBef>
              <a:spcAft>
                <a:spcPts val="0"/>
              </a:spcAft>
              <a:buClr>
                <a:schemeClr val="lt1"/>
              </a:buClr>
              <a:buSzPts val="1300"/>
              <a:buChar char="■"/>
              <a:defRPr>
                <a:solidFill>
                  <a:schemeClr val="lt1"/>
                </a:solidFill>
              </a:defRPr>
            </a:lvl6pPr>
            <a:lvl7pPr marL="3200400" lvl="6" indent="-311150">
              <a:spcBef>
                <a:spcPts val="0"/>
              </a:spcBef>
              <a:spcAft>
                <a:spcPts val="0"/>
              </a:spcAft>
              <a:buClr>
                <a:schemeClr val="lt1"/>
              </a:buClr>
              <a:buSzPts val="1300"/>
              <a:buChar char="●"/>
              <a:defRPr>
                <a:solidFill>
                  <a:schemeClr val="lt1"/>
                </a:solidFill>
              </a:defRPr>
            </a:lvl7pPr>
            <a:lvl8pPr marL="3657600" lvl="7" indent="-311150">
              <a:spcBef>
                <a:spcPts val="0"/>
              </a:spcBef>
              <a:spcAft>
                <a:spcPts val="0"/>
              </a:spcAft>
              <a:buClr>
                <a:schemeClr val="lt1"/>
              </a:buClr>
              <a:buSzPts val="1300"/>
              <a:buChar char="○"/>
              <a:defRPr>
                <a:solidFill>
                  <a:schemeClr val="lt1"/>
                </a:solidFill>
              </a:defRPr>
            </a:lvl8pPr>
            <a:lvl9pPr marL="4114800" lvl="8" indent="-311150">
              <a:spcBef>
                <a:spcPts val="0"/>
              </a:spcBef>
              <a:spcAft>
                <a:spcPts val="0"/>
              </a:spcAft>
              <a:buClr>
                <a:schemeClr val="lt1"/>
              </a:buClr>
              <a:buSzPts val="1300"/>
              <a:buChar char="■"/>
              <a:defRPr>
                <a:solidFill>
                  <a:schemeClr val="lt1"/>
                </a:solidFill>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troduction" type="secHead">
  <p:cSld name="SECTION_HEADER">
    <p:spTree>
      <p:nvGrpSpPr>
        <p:cNvPr id="1" name="Shape 25"/>
        <p:cNvGrpSpPr/>
        <p:nvPr/>
      </p:nvGrpSpPr>
      <p:grpSpPr>
        <a:xfrm>
          <a:off x="0" y="0"/>
          <a:ext cx="0" cy="0"/>
          <a:chOff x="0" y="0"/>
          <a:chExt cx="0" cy="0"/>
        </a:xfrm>
      </p:grpSpPr>
      <p:cxnSp>
        <p:nvCxnSpPr>
          <p:cNvPr id="26" name="Google Shape;26;p5"/>
          <p:cNvCxnSpPr/>
          <p:nvPr/>
        </p:nvCxnSpPr>
        <p:spPr>
          <a:xfrm rot="10800000">
            <a:off x="1731204"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27" name="Google Shape;27;p5"/>
          <p:cNvSpPr txBox="1">
            <a:spLocks noGrp="1"/>
          </p:cNvSpPr>
          <p:nvPr>
            <p:ph type="body" idx="1"/>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28" name="Google Shape;28;p5"/>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9" name="Google Shape;29;p5"/>
          <p:cNvSpPr txBox="1">
            <a:spLocks noGrp="1"/>
          </p:cNvSpPr>
          <p:nvPr>
            <p:ph type="subTitle" idx="2"/>
          </p:nvPr>
        </p:nvSpPr>
        <p:spPr>
          <a:xfrm>
            <a:off x="1900025" y="1482425"/>
            <a:ext cx="7125000" cy="3595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a:endParaRPr/>
          </a:p>
        </p:txBody>
      </p:sp>
      <p:sp>
        <p:nvSpPr>
          <p:cNvPr id="30" name="Google Shape;30;p5"/>
          <p:cNvSpPr txBox="1">
            <a:spLocks noGrp="1"/>
          </p:cNvSpPr>
          <p:nvPr>
            <p:ph type="body" idx="3"/>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roject Vision" type="tx">
  <p:cSld name="TITLE_AND_BODY">
    <p:spTree>
      <p:nvGrpSpPr>
        <p:cNvPr id="1" name="Shape 31"/>
        <p:cNvGrpSpPr/>
        <p:nvPr/>
      </p:nvGrpSpPr>
      <p:grpSpPr>
        <a:xfrm>
          <a:off x="0" y="0"/>
          <a:ext cx="0" cy="0"/>
          <a:chOff x="0" y="0"/>
          <a:chExt cx="0" cy="0"/>
        </a:xfrm>
      </p:grpSpPr>
      <p:cxnSp>
        <p:nvCxnSpPr>
          <p:cNvPr id="32" name="Google Shape;32;p6"/>
          <p:cNvCxnSpPr/>
          <p:nvPr/>
        </p:nvCxnSpPr>
        <p:spPr>
          <a:xfrm rot="10800000">
            <a:off x="17312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33" name="Google Shape;33;p6"/>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34" name="Google Shape;34;p6"/>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6"/>
          <p:cNvSpPr txBox="1">
            <a:spLocks noGrp="1"/>
          </p:cNvSpPr>
          <p:nvPr>
            <p:ph type="body" idx="1"/>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36" name="Google Shape;36;p6"/>
          <p:cNvSpPr txBox="1">
            <a:spLocks noGrp="1"/>
          </p:cNvSpPr>
          <p:nvPr>
            <p:ph type="body" idx="2"/>
          </p:nvPr>
        </p:nvSpPr>
        <p:spPr>
          <a:xfrm>
            <a:off x="4453425" y="56250"/>
            <a:ext cx="4348800" cy="16311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37" name="Google Shape;37;p6"/>
          <p:cNvSpPr txBox="1">
            <a:spLocks noGrp="1"/>
          </p:cNvSpPr>
          <p:nvPr>
            <p:ph type="body" idx="3"/>
          </p:nvPr>
        </p:nvSpPr>
        <p:spPr>
          <a:xfrm>
            <a:off x="4453425" y="1944428"/>
            <a:ext cx="4348800" cy="16311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38" name="Google Shape;38;p6"/>
          <p:cNvSpPr txBox="1">
            <a:spLocks noGrp="1"/>
          </p:cNvSpPr>
          <p:nvPr>
            <p:ph type="body" idx="4"/>
          </p:nvPr>
        </p:nvSpPr>
        <p:spPr>
          <a:xfrm>
            <a:off x="4453425" y="3704973"/>
            <a:ext cx="4348800" cy="1372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39" name="Google Shape;39;p6"/>
          <p:cNvSpPr txBox="1">
            <a:spLocks noGrp="1"/>
          </p:cNvSpPr>
          <p:nvPr>
            <p:ph type="subTitle" idx="5"/>
          </p:nvPr>
        </p:nvSpPr>
        <p:spPr>
          <a:xfrm>
            <a:off x="1900025" y="49375"/>
            <a:ext cx="2273100" cy="17694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40" name="Google Shape;40;p6"/>
          <p:cNvSpPr txBox="1">
            <a:spLocks noGrp="1"/>
          </p:cNvSpPr>
          <p:nvPr>
            <p:ph type="subTitle" idx="6"/>
          </p:nvPr>
        </p:nvSpPr>
        <p:spPr>
          <a:xfrm>
            <a:off x="1900025" y="1902800"/>
            <a:ext cx="2273100" cy="17694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41" name="Google Shape;41;p6"/>
          <p:cNvSpPr txBox="1">
            <a:spLocks noGrp="1"/>
          </p:cNvSpPr>
          <p:nvPr>
            <p:ph type="subTitle" idx="7"/>
          </p:nvPr>
        </p:nvSpPr>
        <p:spPr>
          <a:xfrm>
            <a:off x="1900025" y="3680025"/>
            <a:ext cx="2273100" cy="13974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42" name="Google Shape;42;p6"/>
          <p:cNvSpPr txBox="1">
            <a:spLocks noGrp="1"/>
          </p:cNvSpPr>
          <p:nvPr>
            <p:ph type="body" idx="8"/>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dea" type="twoColTx">
  <p:cSld name="TITLE_AND_TWO_COLUMNS">
    <p:bg>
      <p:bgPr>
        <a:solidFill>
          <a:schemeClr val="dk2"/>
        </a:solidFill>
        <a:effectLst/>
      </p:bgPr>
    </p:bg>
    <p:spTree>
      <p:nvGrpSpPr>
        <p:cNvPr id="1" name="Shape 43"/>
        <p:cNvGrpSpPr/>
        <p:nvPr/>
      </p:nvGrpSpPr>
      <p:grpSpPr>
        <a:xfrm>
          <a:off x="0" y="0"/>
          <a:ext cx="0" cy="0"/>
          <a:chOff x="0" y="0"/>
          <a:chExt cx="0" cy="0"/>
        </a:xfrm>
      </p:grpSpPr>
      <p:sp>
        <p:nvSpPr>
          <p:cNvPr id="44" name="Google Shape;44;p7"/>
          <p:cNvSpPr txBox="1">
            <a:spLocks noGrp="1"/>
          </p:cNvSpPr>
          <p:nvPr>
            <p:ph type="body" idx="1"/>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cxnSp>
        <p:nvCxnSpPr>
          <p:cNvPr id="45" name="Google Shape;45;p7"/>
          <p:cNvCxnSpPr/>
          <p:nvPr/>
        </p:nvCxnSpPr>
        <p:spPr>
          <a:xfrm rot="10800000">
            <a:off x="1731204"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46" name="Google Shape;46;p7"/>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7" name="Google Shape;47;p7"/>
          <p:cNvSpPr txBox="1">
            <a:spLocks noGrp="1"/>
          </p:cNvSpPr>
          <p:nvPr>
            <p:ph type="subTitle" idx="2"/>
          </p:nvPr>
        </p:nvSpPr>
        <p:spPr>
          <a:xfrm>
            <a:off x="1855300" y="-16450"/>
            <a:ext cx="3812700" cy="9150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6500"/>
              <a:buNone/>
              <a:defRPr sz="6500"/>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a:endParaRPr/>
          </a:p>
        </p:txBody>
      </p:sp>
      <p:sp>
        <p:nvSpPr>
          <p:cNvPr id="48" name="Google Shape;48;p7"/>
          <p:cNvSpPr txBox="1">
            <a:spLocks noGrp="1"/>
          </p:cNvSpPr>
          <p:nvPr>
            <p:ph type="body" idx="3"/>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extLst>
    <p:ext uri="{DCECCB84-F9BA-43D5-87BE-67443E8EF086}">
      <p15:sldGuideLst xmlns:p15="http://schemas.microsoft.com/office/powerpoint/2012/main">
        <p15:guide id="1" orient="horz" pos="449">
          <p15:clr>
            <a:srgbClr val="E46962"/>
          </p15:clr>
        </p15:guide>
        <p15:guide id="2" pos="1169">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dea Description"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body" idx="1"/>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51" name="Google Shape;51;p8"/>
          <p:cNvSpPr>
            <a:spLocks noGrp="1"/>
          </p:cNvSpPr>
          <p:nvPr>
            <p:ph type="pic" idx="2"/>
          </p:nvPr>
        </p:nvSpPr>
        <p:spPr>
          <a:xfrm>
            <a:off x="1904971" y="2650825"/>
            <a:ext cx="2233500" cy="2325000"/>
          </a:xfrm>
          <a:prstGeom prst="rect">
            <a:avLst/>
          </a:prstGeom>
          <a:noFill/>
          <a:ln>
            <a:noFill/>
          </a:ln>
        </p:spPr>
        <p:txBody>
          <a:bodyPr/>
          <a:lstStyle/>
          <a:p>
            <a:endParaRPr lang="de-DE"/>
          </a:p>
        </p:txBody>
      </p:sp>
      <p:sp>
        <p:nvSpPr>
          <p:cNvPr id="52" name="Google Shape;52;p8"/>
          <p:cNvSpPr txBox="1">
            <a:spLocks noGrp="1"/>
          </p:cNvSpPr>
          <p:nvPr>
            <p:ph type="body" idx="3"/>
          </p:nvPr>
        </p:nvSpPr>
        <p:spPr>
          <a:xfrm>
            <a:off x="4464475" y="77250"/>
            <a:ext cx="4327200" cy="4954200"/>
          </a:xfrm>
          <a:prstGeom prst="rect">
            <a:avLst/>
          </a:prstGeom>
        </p:spPr>
        <p:txBody>
          <a:bodyPr spcFirstLastPara="1" wrap="square" lIns="91425" tIns="91425" rIns="91425" bIns="91425" anchor="t" anchorCtr="0">
            <a:noAutofit/>
          </a:bodyPr>
          <a:lstStyle>
            <a:lvl1pPr marL="457200" lvl="0" indent="-342900">
              <a:lnSpc>
                <a:spcPct val="90000"/>
              </a:lnSpc>
              <a:spcBef>
                <a:spcPts val="0"/>
              </a:spcBef>
              <a:spcAft>
                <a:spcPts val="0"/>
              </a:spcAft>
              <a:buClr>
                <a:schemeClr val="dk1"/>
              </a:buClr>
              <a:buSzPts val="1800"/>
              <a:buChar char="●"/>
              <a:defRPr sz="1800"/>
            </a:lvl1pPr>
            <a:lvl2pPr marL="914400" lvl="1" indent="-342900">
              <a:lnSpc>
                <a:spcPct val="90000"/>
              </a:lnSpc>
              <a:spcBef>
                <a:spcPts val="0"/>
              </a:spcBef>
              <a:spcAft>
                <a:spcPts val="0"/>
              </a:spcAft>
              <a:buClr>
                <a:schemeClr val="dk1"/>
              </a:buClr>
              <a:buSzPts val="1800"/>
              <a:buChar char="○"/>
              <a:defRPr sz="1800"/>
            </a:lvl2pPr>
            <a:lvl3pPr marL="1371600" lvl="2" indent="-342900">
              <a:lnSpc>
                <a:spcPct val="90000"/>
              </a:lnSpc>
              <a:spcBef>
                <a:spcPts val="0"/>
              </a:spcBef>
              <a:spcAft>
                <a:spcPts val="0"/>
              </a:spcAft>
              <a:buClr>
                <a:schemeClr val="dk1"/>
              </a:buClr>
              <a:buSzPts val="1800"/>
              <a:buChar char="■"/>
              <a:defRPr sz="1800"/>
            </a:lvl3pPr>
            <a:lvl4pPr marL="1828800" lvl="3" indent="-342900">
              <a:lnSpc>
                <a:spcPct val="90000"/>
              </a:lnSpc>
              <a:spcBef>
                <a:spcPts val="0"/>
              </a:spcBef>
              <a:spcAft>
                <a:spcPts val="0"/>
              </a:spcAft>
              <a:buClr>
                <a:schemeClr val="dk1"/>
              </a:buClr>
              <a:buSzPts val="1800"/>
              <a:buChar char="●"/>
              <a:defRPr sz="1800"/>
            </a:lvl4pPr>
            <a:lvl5pPr marL="2286000" lvl="4" indent="-342900">
              <a:lnSpc>
                <a:spcPct val="90000"/>
              </a:lnSpc>
              <a:spcBef>
                <a:spcPts val="0"/>
              </a:spcBef>
              <a:spcAft>
                <a:spcPts val="0"/>
              </a:spcAft>
              <a:buClr>
                <a:schemeClr val="dk1"/>
              </a:buClr>
              <a:buSzPts val="1800"/>
              <a:buChar char="○"/>
              <a:defRPr sz="1800"/>
            </a:lvl5pPr>
            <a:lvl6pPr marL="2743200" lvl="5" indent="-342900">
              <a:lnSpc>
                <a:spcPct val="90000"/>
              </a:lnSpc>
              <a:spcBef>
                <a:spcPts val="0"/>
              </a:spcBef>
              <a:spcAft>
                <a:spcPts val="0"/>
              </a:spcAft>
              <a:buClr>
                <a:schemeClr val="dk1"/>
              </a:buClr>
              <a:buSzPts val="1800"/>
              <a:buChar char="■"/>
              <a:defRPr sz="1800"/>
            </a:lvl6pPr>
            <a:lvl7pPr marL="3200400" lvl="6" indent="-342900">
              <a:lnSpc>
                <a:spcPct val="90000"/>
              </a:lnSpc>
              <a:spcBef>
                <a:spcPts val="0"/>
              </a:spcBef>
              <a:spcAft>
                <a:spcPts val="0"/>
              </a:spcAft>
              <a:buClr>
                <a:schemeClr val="dk1"/>
              </a:buClr>
              <a:buSzPts val="1800"/>
              <a:buChar char="●"/>
              <a:defRPr sz="1800"/>
            </a:lvl7pPr>
            <a:lvl8pPr marL="3657600" lvl="7" indent="-342900">
              <a:lnSpc>
                <a:spcPct val="90000"/>
              </a:lnSpc>
              <a:spcBef>
                <a:spcPts val="0"/>
              </a:spcBef>
              <a:spcAft>
                <a:spcPts val="0"/>
              </a:spcAft>
              <a:buClr>
                <a:schemeClr val="dk1"/>
              </a:buClr>
              <a:buSzPts val="1800"/>
              <a:buChar char="○"/>
              <a:defRPr sz="1800"/>
            </a:lvl8pPr>
            <a:lvl9pPr marL="4114800" lvl="8" indent="-342900">
              <a:lnSpc>
                <a:spcPct val="90000"/>
              </a:lnSpc>
              <a:spcBef>
                <a:spcPts val="0"/>
              </a:spcBef>
              <a:spcAft>
                <a:spcPts val="0"/>
              </a:spcAft>
              <a:buClr>
                <a:schemeClr val="dk1"/>
              </a:buClr>
              <a:buSzPts val="1800"/>
              <a:buChar char="■"/>
              <a:defRPr sz="1800"/>
            </a:lvl9pPr>
          </a:lstStyle>
          <a:p>
            <a:endParaRPr/>
          </a:p>
        </p:txBody>
      </p:sp>
      <p:cxnSp>
        <p:nvCxnSpPr>
          <p:cNvPr id="53" name="Google Shape;53;p8"/>
          <p:cNvCxnSpPr/>
          <p:nvPr/>
        </p:nvCxnSpPr>
        <p:spPr>
          <a:xfrm rot="10800000">
            <a:off x="17312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54" name="Google Shape;54;p8"/>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55" name="Google Shape;55;p8"/>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8"/>
          <p:cNvSpPr txBox="1">
            <a:spLocks noGrp="1"/>
          </p:cNvSpPr>
          <p:nvPr>
            <p:ph type="body" idx="4"/>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oodboard">
  <p:cSld name="ONE_COLUMN_TEXT">
    <p:spTree>
      <p:nvGrpSpPr>
        <p:cNvPr id="1" name="Shape 57"/>
        <p:cNvGrpSpPr/>
        <p:nvPr/>
      </p:nvGrpSpPr>
      <p:grpSpPr>
        <a:xfrm>
          <a:off x="0" y="0"/>
          <a:ext cx="0" cy="0"/>
          <a:chOff x="0" y="0"/>
          <a:chExt cx="0" cy="0"/>
        </a:xfrm>
      </p:grpSpPr>
      <p:sp>
        <p:nvSpPr>
          <p:cNvPr id="58" name="Google Shape;58;p9"/>
          <p:cNvSpPr>
            <a:spLocks noGrp="1"/>
          </p:cNvSpPr>
          <p:nvPr>
            <p:ph type="pic" idx="2"/>
          </p:nvPr>
        </p:nvSpPr>
        <p:spPr>
          <a:xfrm>
            <a:off x="4453150" y="136550"/>
            <a:ext cx="2229900" cy="2377500"/>
          </a:xfrm>
          <a:prstGeom prst="rect">
            <a:avLst/>
          </a:prstGeom>
          <a:noFill/>
          <a:ln>
            <a:noFill/>
          </a:ln>
        </p:spPr>
        <p:txBody>
          <a:bodyPr/>
          <a:lstStyle/>
          <a:p>
            <a:endParaRPr lang="de-DE"/>
          </a:p>
        </p:txBody>
      </p:sp>
      <p:sp>
        <p:nvSpPr>
          <p:cNvPr id="59" name="Google Shape;59;p9"/>
          <p:cNvSpPr>
            <a:spLocks noGrp="1"/>
          </p:cNvSpPr>
          <p:nvPr>
            <p:ph type="pic" idx="3"/>
          </p:nvPr>
        </p:nvSpPr>
        <p:spPr>
          <a:xfrm>
            <a:off x="6806775" y="136550"/>
            <a:ext cx="2229900" cy="2377500"/>
          </a:xfrm>
          <a:prstGeom prst="rect">
            <a:avLst/>
          </a:prstGeom>
          <a:noFill/>
          <a:ln>
            <a:noFill/>
          </a:ln>
        </p:spPr>
        <p:txBody>
          <a:bodyPr/>
          <a:lstStyle/>
          <a:p>
            <a:endParaRPr lang="de-DE"/>
          </a:p>
        </p:txBody>
      </p:sp>
      <p:sp>
        <p:nvSpPr>
          <p:cNvPr id="60" name="Google Shape;60;p9"/>
          <p:cNvSpPr>
            <a:spLocks noGrp="1"/>
          </p:cNvSpPr>
          <p:nvPr>
            <p:ph type="pic" idx="4"/>
          </p:nvPr>
        </p:nvSpPr>
        <p:spPr>
          <a:xfrm>
            <a:off x="4453150" y="2643275"/>
            <a:ext cx="2229900" cy="2377500"/>
          </a:xfrm>
          <a:prstGeom prst="rect">
            <a:avLst/>
          </a:prstGeom>
          <a:noFill/>
          <a:ln>
            <a:noFill/>
          </a:ln>
        </p:spPr>
        <p:txBody>
          <a:bodyPr/>
          <a:lstStyle/>
          <a:p>
            <a:endParaRPr lang="de-DE"/>
          </a:p>
        </p:txBody>
      </p:sp>
      <p:sp>
        <p:nvSpPr>
          <p:cNvPr id="61" name="Google Shape;61;p9"/>
          <p:cNvSpPr>
            <a:spLocks noGrp="1"/>
          </p:cNvSpPr>
          <p:nvPr>
            <p:ph type="pic" idx="5"/>
          </p:nvPr>
        </p:nvSpPr>
        <p:spPr>
          <a:xfrm>
            <a:off x="6806775" y="2643275"/>
            <a:ext cx="2229900" cy="2377500"/>
          </a:xfrm>
          <a:prstGeom prst="rect">
            <a:avLst/>
          </a:prstGeom>
          <a:noFill/>
          <a:ln>
            <a:noFill/>
          </a:ln>
        </p:spPr>
        <p:txBody>
          <a:bodyPr/>
          <a:lstStyle/>
          <a:p>
            <a:endParaRPr lang="de-DE"/>
          </a:p>
        </p:txBody>
      </p:sp>
      <p:sp>
        <p:nvSpPr>
          <p:cNvPr id="62" name="Google Shape;62;p9"/>
          <p:cNvSpPr txBox="1">
            <a:spLocks noGrp="1"/>
          </p:cNvSpPr>
          <p:nvPr>
            <p:ph type="body" idx="1"/>
          </p:nvPr>
        </p:nvSpPr>
        <p:spPr>
          <a:xfrm>
            <a:off x="4401474" y="73675"/>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63" name="Google Shape;63;p9"/>
          <p:cNvSpPr txBox="1">
            <a:spLocks noGrp="1"/>
          </p:cNvSpPr>
          <p:nvPr>
            <p:ph type="body" idx="6"/>
          </p:nvPr>
        </p:nvSpPr>
        <p:spPr>
          <a:xfrm>
            <a:off x="1758450" y="4400150"/>
            <a:ext cx="2482800" cy="6459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Char char="●"/>
              <a:defRPr sz="900"/>
            </a:lvl1pPr>
            <a:lvl2pPr marL="914400" lvl="1" indent="-285750">
              <a:spcBef>
                <a:spcPts val="0"/>
              </a:spcBef>
              <a:spcAft>
                <a:spcPts val="0"/>
              </a:spcAft>
              <a:buClr>
                <a:schemeClr val="dk1"/>
              </a:buClr>
              <a:buSzPts val="900"/>
              <a:buChar char="○"/>
              <a:defRPr sz="900"/>
            </a:lvl2pPr>
            <a:lvl3pPr marL="1371600" lvl="2" indent="-285750">
              <a:spcBef>
                <a:spcPts val="0"/>
              </a:spcBef>
              <a:spcAft>
                <a:spcPts val="0"/>
              </a:spcAft>
              <a:buClr>
                <a:schemeClr val="dk1"/>
              </a:buClr>
              <a:buSzPts val="900"/>
              <a:buChar char="■"/>
              <a:defRPr sz="900"/>
            </a:lvl3pPr>
            <a:lvl4pPr marL="1828800" lvl="3" indent="-285750">
              <a:spcBef>
                <a:spcPts val="0"/>
              </a:spcBef>
              <a:spcAft>
                <a:spcPts val="0"/>
              </a:spcAft>
              <a:buClr>
                <a:schemeClr val="dk1"/>
              </a:buClr>
              <a:buSzPts val="900"/>
              <a:buChar char="●"/>
              <a:defRPr sz="900"/>
            </a:lvl4pPr>
            <a:lvl5pPr marL="2286000" lvl="4" indent="-285750">
              <a:spcBef>
                <a:spcPts val="0"/>
              </a:spcBef>
              <a:spcAft>
                <a:spcPts val="0"/>
              </a:spcAft>
              <a:buClr>
                <a:schemeClr val="dk1"/>
              </a:buClr>
              <a:buSzPts val="900"/>
              <a:buChar char="○"/>
              <a:defRPr sz="900"/>
            </a:lvl5pPr>
            <a:lvl6pPr marL="2743200" lvl="5" indent="-285750">
              <a:spcBef>
                <a:spcPts val="0"/>
              </a:spcBef>
              <a:spcAft>
                <a:spcPts val="0"/>
              </a:spcAft>
              <a:buClr>
                <a:schemeClr val="dk1"/>
              </a:buClr>
              <a:buSzPts val="900"/>
              <a:buChar char="■"/>
              <a:defRPr sz="900"/>
            </a:lvl6pPr>
            <a:lvl7pPr marL="3200400" lvl="6" indent="-285750">
              <a:spcBef>
                <a:spcPts val="0"/>
              </a:spcBef>
              <a:spcAft>
                <a:spcPts val="0"/>
              </a:spcAft>
              <a:buClr>
                <a:schemeClr val="dk1"/>
              </a:buClr>
              <a:buSzPts val="900"/>
              <a:buChar char="●"/>
              <a:defRPr sz="900"/>
            </a:lvl7pPr>
            <a:lvl8pPr marL="3657600" lvl="7" indent="-285750">
              <a:spcBef>
                <a:spcPts val="0"/>
              </a:spcBef>
              <a:spcAft>
                <a:spcPts val="0"/>
              </a:spcAft>
              <a:buClr>
                <a:schemeClr val="dk1"/>
              </a:buClr>
              <a:buSzPts val="900"/>
              <a:buChar char="○"/>
              <a:defRPr sz="900"/>
            </a:lvl8pPr>
            <a:lvl9pPr marL="4114800" lvl="8" indent="-285750">
              <a:spcBef>
                <a:spcPts val="0"/>
              </a:spcBef>
              <a:spcAft>
                <a:spcPts val="0"/>
              </a:spcAft>
              <a:buClr>
                <a:schemeClr val="dk1"/>
              </a:buClr>
              <a:buSzPts val="900"/>
              <a:buChar char="■"/>
              <a:defRPr sz="900"/>
            </a:lvl9pPr>
          </a:lstStyle>
          <a:p>
            <a:endParaRPr/>
          </a:p>
        </p:txBody>
      </p:sp>
      <p:sp>
        <p:nvSpPr>
          <p:cNvPr id="64" name="Google Shape;64;p9"/>
          <p:cNvSpPr txBox="1">
            <a:spLocks noGrp="1"/>
          </p:cNvSpPr>
          <p:nvPr>
            <p:ph type="body" idx="7"/>
          </p:nvPr>
        </p:nvSpPr>
        <p:spPr>
          <a:xfrm>
            <a:off x="1812875" y="63925"/>
            <a:ext cx="2428500" cy="3004200"/>
          </a:xfrm>
          <a:prstGeom prst="rect">
            <a:avLst/>
          </a:prstGeom>
        </p:spPr>
        <p:txBody>
          <a:bodyPr spcFirstLastPara="1" wrap="square" lIns="91425" tIns="91425" rIns="91425" bIns="91425" anchor="t" anchorCtr="0">
            <a:noAutofit/>
          </a:bodyPr>
          <a:lstStyle>
            <a:lvl1pPr marL="457200" lvl="0" indent="-342900">
              <a:lnSpc>
                <a:spcPct val="80000"/>
              </a:lnSpc>
              <a:spcBef>
                <a:spcPts val="0"/>
              </a:spcBef>
              <a:spcAft>
                <a:spcPts val="0"/>
              </a:spcAft>
              <a:buClr>
                <a:schemeClr val="dk1"/>
              </a:buClr>
              <a:buSzPts val="1800"/>
              <a:buChar char="●"/>
              <a:defRPr sz="1800"/>
            </a:lvl1pPr>
            <a:lvl2pPr marL="914400" lvl="1" indent="-342900">
              <a:lnSpc>
                <a:spcPct val="80000"/>
              </a:lnSpc>
              <a:spcBef>
                <a:spcPts val="0"/>
              </a:spcBef>
              <a:spcAft>
                <a:spcPts val="0"/>
              </a:spcAft>
              <a:buClr>
                <a:schemeClr val="dk1"/>
              </a:buClr>
              <a:buSzPts val="1800"/>
              <a:buChar char="○"/>
              <a:defRPr sz="1800"/>
            </a:lvl2pPr>
            <a:lvl3pPr marL="1371600" lvl="2" indent="-342900">
              <a:lnSpc>
                <a:spcPct val="80000"/>
              </a:lnSpc>
              <a:spcBef>
                <a:spcPts val="0"/>
              </a:spcBef>
              <a:spcAft>
                <a:spcPts val="0"/>
              </a:spcAft>
              <a:buClr>
                <a:schemeClr val="dk1"/>
              </a:buClr>
              <a:buSzPts val="1800"/>
              <a:buChar char="■"/>
              <a:defRPr sz="1800"/>
            </a:lvl3pPr>
            <a:lvl4pPr marL="1828800" lvl="3" indent="-342900">
              <a:lnSpc>
                <a:spcPct val="80000"/>
              </a:lnSpc>
              <a:spcBef>
                <a:spcPts val="0"/>
              </a:spcBef>
              <a:spcAft>
                <a:spcPts val="0"/>
              </a:spcAft>
              <a:buClr>
                <a:schemeClr val="dk1"/>
              </a:buClr>
              <a:buSzPts val="1800"/>
              <a:buChar char="●"/>
              <a:defRPr sz="1800"/>
            </a:lvl4pPr>
            <a:lvl5pPr marL="2286000" lvl="4" indent="-342900">
              <a:lnSpc>
                <a:spcPct val="80000"/>
              </a:lnSpc>
              <a:spcBef>
                <a:spcPts val="0"/>
              </a:spcBef>
              <a:spcAft>
                <a:spcPts val="0"/>
              </a:spcAft>
              <a:buClr>
                <a:schemeClr val="dk1"/>
              </a:buClr>
              <a:buSzPts val="1800"/>
              <a:buChar char="○"/>
              <a:defRPr sz="1800"/>
            </a:lvl5pPr>
            <a:lvl6pPr marL="2743200" lvl="5" indent="-342900">
              <a:lnSpc>
                <a:spcPct val="80000"/>
              </a:lnSpc>
              <a:spcBef>
                <a:spcPts val="0"/>
              </a:spcBef>
              <a:spcAft>
                <a:spcPts val="0"/>
              </a:spcAft>
              <a:buClr>
                <a:schemeClr val="dk1"/>
              </a:buClr>
              <a:buSzPts val="1800"/>
              <a:buChar char="■"/>
              <a:defRPr sz="1800"/>
            </a:lvl6pPr>
            <a:lvl7pPr marL="3200400" lvl="6" indent="-342900">
              <a:lnSpc>
                <a:spcPct val="80000"/>
              </a:lnSpc>
              <a:spcBef>
                <a:spcPts val="0"/>
              </a:spcBef>
              <a:spcAft>
                <a:spcPts val="0"/>
              </a:spcAft>
              <a:buClr>
                <a:schemeClr val="dk1"/>
              </a:buClr>
              <a:buSzPts val="1800"/>
              <a:buChar char="●"/>
              <a:defRPr sz="1800"/>
            </a:lvl7pPr>
            <a:lvl8pPr marL="3657600" lvl="7" indent="-342900">
              <a:lnSpc>
                <a:spcPct val="80000"/>
              </a:lnSpc>
              <a:spcBef>
                <a:spcPts val="0"/>
              </a:spcBef>
              <a:spcAft>
                <a:spcPts val="0"/>
              </a:spcAft>
              <a:buClr>
                <a:schemeClr val="dk1"/>
              </a:buClr>
              <a:buSzPts val="1800"/>
              <a:buChar char="○"/>
              <a:defRPr sz="1800"/>
            </a:lvl8pPr>
            <a:lvl9pPr marL="4114800" lvl="8" indent="-342900">
              <a:lnSpc>
                <a:spcPct val="80000"/>
              </a:lnSpc>
              <a:spcBef>
                <a:spcPts val="0"/>
              </a:spcBef>
              <a:spcAft>
                <a:spcPts val="0"/>
              </a:spcAft>
              <a:buClr>
                <a:schemeClr val="dk1"/>
              </a:buClr>
              <a:buSzPts val="1800"/>
              <a:buChar char="■"/>
              <a:defRPr sz="1800"/>
            </a:lvl9pPr>
          </a:lstStyle>
          <a:p>
            <a:endParaRPr/>
          </a:p>
        </p:txBody>
      </p:sp>
      <p:sp>
        <p:nvSpPr>
          <p:cNvPr id="65" name="Google Shape;65;p9"/>
          <p:cNvSpPr txBox="1">
            <a:spLocks noGrp="1"/>
          </p:cNvSpPr>
          <p:nvPr>
            <p:ph type="body" idx="8"/>
          </p:nvPr>
        </p:nvSpPr>
        <p:spPr>
          <a:xfrm>
            <a:off x="6767994" y="73675"/>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66" name="Google Shape;66;p9"/>
          <p:cNvSpPr txBox="1">
            <a:spLocks noGrp="1"/>
          </p:cNvSpPr>
          <p:nvPr>
            <p:ph type="body" idx="9"/>
          </p:nvPr>
        </p:nvSpPr>
        <p:spPr>
          <a:xfrm>
            <a:off x="4401474" y="2597295"/>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67" name="Google Shape;67;p9"/>
          <p:cNvSpPr txBox="1">
            <a:spLocks noGrp="1"/>
          </p:cNvSpPr>
          <p:nvPr>
            <p:ph type="body" idx="13"/>
          </p:nvPr>
        </p:nvSpPr>
        <p:spPr>
          <a:xfrm>
            <a:off x="6767994" y="2597295"/>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68" name="Google Shape;68;p9"/>
          <p:cNvSpPr txBox="1">
            <a:spLocks noGrp="1"/>
          </p:cNvSpPr>
          <p:nvPr>
            <p:ph type="body" idx="14"/>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cxnSp>
        <p:nvCxnSpPr>
          <p:cNvPr id="69" name="Google Shape;69;p9"/>
          <p:cNvCxnSpPr/>
          <p:nvPr/>
        </p:nvCxnSpPr>
        <p:spPr>
          <a:xfrm rot="10800000">
            <a:off x="17312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70" name="Google Shape;70;p9"/>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71" name="Google Shape;71;p9"/>
          <p:cNvSpPr txBox="1">
            <a:spLocks noGrp="1"/>
          </p:cNvSpPr>
          <p:nvPr>
            <p:ph type="body" idx="15"/>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detail 1">
  <p:cSld name="MAIN_POINT">
    <p:bg>
      <p:bgPr>
        <a:solidFill>
          <a:schemeClr val="lt2"/>
        </a:solidFill>
        <a:effectLst/>
      </p:bgPr>
    </p:bg>
    <p:spTree>
      <p:nvGrpSpPr>
        <p:cNvPr id="1" name="Shape 72"/>
        <p:cNvGrpSpPr/>
        <p:nvPr/>
      </p:nvGrpSpPr>
      <p:grpSpPr>
        <a:xfrm>
          <a:off x="0" y="0"/>
          <a:ext cx="0" cy="0"/>
          <a:chOff x="0" y="0"/>
          <a:chExt cx="0" cy="0"/>
        </a:xfrm>
      </p:grpSpPr>
      <p:sp>
        <p:nvSpPr>
          <p:cNvPr id="73" name="Google Shape;73;p10"/>
          <p:cNvSpPr txBox="1">
            <a:spLocks noGrp="1"/>
          </p:cNvSpPr>
          <p:nvPr>
            <p:ph type="sldNum" idx="12"/>
          </p:nvPr>
        </p:nvSpPr>
        <p:spPr>
          <a:xfrm>
            <a:off x="8745000" y="0"/>
            <a:ext cx="3276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74" name="Google Shape;74;p10"/>
          <p:cNvCxnSpPr/>
          <p:nvPr/>
        </p:nvCxnSpPr>
        <p:spPr>
          <a:xfrm rot="10800000">
            <a:off x="1746313" y="66000"/>
            <a:ext cx="0" cy="5011500"/>
          </a:xfrm>
          <a:prstGeom prst="straightConnector1">
            <a:avLst/>
          </a:prstGeom>
          <a:noFill/>
          <a:ln w="19050" cap="flat" cmpd="sng">
            <a:solidFill>
              <a:schemeClr val="dk2"/>
            </a:solidFill>
            <a:prstDash val="solid"/>
            <a:round/>
            <a:headEnd type="none" w="med" len="med"/>
            <a:tailEnd type="none" w="med" len="med"/>
          </a:ln>
        </p:spPr>
      </p:cxnSp>
      <p:cxnSp>
        <p:nvCxnSpPr>
          <p:cNvPr id="75" name="Google Shape;75;p10"/>
          <p:cNvCxnSpPr/>
          <p:nvPr/>
        </p:nvCxnSpPr>
        <p:spPr>
          <a:xfrm rot="10800000">
            <a:off x="4313279" y="66000"/>
            <a:ext cx="0" cy="5011500"/>
          </a:xfrm>
          <a:prstGeom prst="straightConnector1">
            <a:avLst/>
          </a:prstGeom>
          <a:noFill/>
          <a:ln w="19050" cap="flat" cmpd="sng">
            <a:solidFill>
              <a:schemeClr val="dk2"/>
            </a:solidFill>
            <a:prstDash val="solid"/>
            <a:round/>
            <a:headEnd type="none" w="med" len="med"/>
            <a:tailEnd type="none" w="med" len="med"/>
          </a:ln>
        </p:spPr>
      </p:cxnSp>
      <p:sp>
        <p:nvSpPr>
          <p:cNvPr id="76" name="Google Shape;76;p10"/>
          <p:cNvSpPr txBox="1">
            <a:spLocks noGrp="1"/>
          </p:cNvSpPr>
          <p:nvPr>
            <p:ph type="body" idx="1"/>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
        <p:nvSpPr>
          <p:cNvPr id="77" name="Google Shape;77;p10"/>
          <p:cNvSpPr txBox="1">
            <a:spLocks noGrp="1"/>
          </p:cNvSpPr>
          <p:nvPr>
            <p:ph type="body" idx="2"/>
          </p:nvPr>
        </p:nvSpPr>
        <p:spPr>
          <a:xfrm>
            <a:off x="1812875" y="63925"/>
            <a:ext cx="2428500" cy="5011500"/>
          </a:xfrm>
          <a:prstGeom prst="rect">
            <a:avLst/>
          </a:prstGeom>
        </p:spPr>
        <p:txBody>
          <a:bodyPr spcFirstLastPara="1" wrap="square" lIns="91425" tIns="91425" rIns="91425" bIns="91425" anchor="t" anchorCtr="0">
            <a:noAutofit/>
          </a:bodyPr>
          <a:lstStyle>
            <a:lvl1pPr marL="457200" lvl="0" indent="-342900">
              <a:lnSpc>
                <a:spcPct val="80000"/>
              </a:lnSpc>
              <a:spcBef>
                <a:spcPts val="0"/>
              </a:spcBef>
              <a:spcAft>
                <a:spcPts val="0"/>
              </a:spcAft>
              <a:buClr>
                <a:schemeClr val="dk2"/>
              </a:buClr>
              <a:buSzPts val="1800"/>
              <a:buChar char="●"/>
              <a:defRPr sz="1800">
                <a:solidFill>
                  <a:schemeClr val="dk2"/>
                </a:solidFill>
              </a:defRPr>
            </a:lvl1pPr>
            <a:lvl2pPr marL="914400" lvl="1" indent="-342900">
              <a:lnSpc>
                <a:spcPct val="80000"/>
              </a:lnSpc>
              <a:spcBef>
                <a:spcPts val="0"/>
              </a:spcBef>
              <a:spcAft>
                <a:spcPts val="0"/>
              </a:spcAft>
              <a:buClr>
                <a:schemeClr val="dk2"/>
              </a:buClr>
              <a:buSzPts val="1800"/>
              <a:buChar char="○"/>
              <a:defRPr sz="1800">
                <a:solidFill>
                  <a:schemeClr val="dk2"/>
                </a:solidFill>
              </a:defRPr>
            </a:lvl2pPr>
            <a:lvl3pPr marL="1371600" lvl="2" indent="-342900">
              <a:lnSpc>
                <a:spcPct val="80000"/>
              </a:lnSpc>
              <a:spcBef>
                <a:spcPts val="0"/>
              </a:spcBef>
              <a:spcAft>
                <a:spcPts val="0"/>
              </a:spcAft>
              <a:buClr>
                <a:schemeClr val="dk2"/>
              </a:buClr>
              <a:buSzPts val="1800"/>
              <a:buChar char="■"/>
              <a:defRPr sz="1800">
                <a:solidFill>
                  <a:schemeClr val="dk2"/>
                </a:solidFill>
              </a:defRPr>
            </a:lvl3pPr>
            <a:lvl4pPr marL="1828800" lvl="3" indent="-342900">
              <a:lnSpc>
                <a:spcPct val="80000"/>
              </a:lnSpc>
              <a:spcBef>
                <a:spcPts val="0"/>
              </a:spcBef>
              <a:spcAft>
                <a:spcPts val="0"/>
              </a:spcAft>
              <a:buClr>
                <a:schemeClr val="dk2"/>
              </a:buClr>
              <a:buSzPts val="1800"/>
              <a:buChar char="●"/>
              <a:defRPr sz="1800">
                <a:solidFill>
                  <a:schemeClr val="dk2"/>
                </a:solidFill>
              </a:defRPr>
            </a:lvl4pPr>
            <a:lvl5pPr marL="2286000" lvl="4" indent="-342900">
              <a:lnSpc>
                <a:spcPct val="80000"/>
              </a:lnSpc>
              <a:spcBef>
                <a:spcPts val="0"/>
              </a:spcBef>
              <a:spcAft>
                <a:spcPts val="0"/>
              </a:spcAft>
              <a:buClr>
                <a:schemeClr val="dk2"/>
              </a:buClr>
              <a:buSzPts val="1800"/>
              <a:buChar char="○"/>
              <a:defRPr sz="1800">
                <a:solidFill>
                  <a:schemeClr val="dk2"/>
                </a:solidFill>
              </a:defRPr>
            </a:lvl5pPr>
            <a:lvl6pPr marL="2743200" lvl="5" indent="-342900">
              <a:lnSpc>
                <a:spcPct val="80000"/>
              </a:lnSpc>
              <a:spcBef>
                <a:spcPts val="0"/>
              </a:spcBef>
              <a:spcAft>
                <a:spcPts val="0"/>
              </a:spcAft>
              <a:buClr>
                <a:schemeClr val="dk2"/>
              </a:buClr>
              <a:buSzPts val="1800"/>
              <a:buChar char="■"/>
              <a:defRPr sz="1800">
                <a:solidFill>
                  <a:schemeClr val="dk2"/>
                </a:solidFill>
              </a:defRPr>
            </a:lvl6pPr>
            <a:lvl7pPr marL="3200400" lvl="6" indent="-342900">
              <a:lnSpc>
                <a:spcPct val="80000"/>
              </a:lnSpc>
              <a:spcBef>
                <a:spcPts val="0"/>
              </a:spcBef>
              <a:spcAft>
                <a:spcPts val="0"/>
              </a:spcAft>
              <a:buClr>
                <a:schemeClr val="dk2"/>
              </a:buClr>
              <a:buSzPts val="1800"/>
              <a:buChar char="●"/>
              <a:defRPr sz="1800">
                <a:solidFill>
                  <a:schemeClr val="dk2"/>
                </a:solidFill>
              </a:defRPr>
            </a:lvl7pPr>
            <a:lvl8pPr marL="3657600" lvl="7" indent="-342900">
              <a:lnSpc>
                <a:spcPct val="80000"/>
              </a:lnSpc>
              <a:spcBef>
                <a:spcPts val="0"/>
              </a:spcBef>
              <a:spcAft>
                <a:spcPts val="0"/>
              </a:spcAft>
              <a:buClr>
                <a:schemeClr val="dk2"/>
              </a:buClr>
              <a:buSzPts val="1800"/>
              <a:buChar char="○"/>
              <a:defRPr sz="1800">
                <a:solidFill>
                  <a:schemeClr val="dk2"/>
                </a:solidFill>
              </a:defRPr>
            </a:lvl8pPr>
            <a:lvl9pPr marL="4114800" lvl="8" indent="-342900">
              <a:lnSpc>
                <a:spcPct val="80000"/>
              </a:lnSpc>
              <a:spcBef>
                <a:spcPts val="0"/>
              </a:spcBef>
              <a:spcAft>
                <a:spcPts val="0"/>
              </a:spcAft>
              <a:buClr>
                <a:schemeClr val="dk2"/>
              </a:buClr>
              <a:buSzPts val="1800"/>
              <a:buChar char="■"/>
              <a:defRPr sz="1800">
                <a:solidFill>
                  <a:schemeClr val="dk2"/>
                </a:solidFill>
              </a:defRPr>
            </a:lvl9pPr>
          </a:lstStyle>
          <a:p>
            <a:endParaRPr/>
          </a:p>
        </p:txBody>
      </p:sp>
      <p:sp>
        <p:nvSpPr>
          <p:cNvPr id="78" name="Google Shape;78;p10"/>
          <p:cNvSpPr>
            <a:spLocks noGrp="1"/>
          </p:cNvSpPr>
          <p:nvPr>
            <p:ph type="pic" idx="3"/>
          </p:nvPr>
        </p:nvSpPr>
        <p:spPr>
          <a:xfrm>
            <a:off x="4463975" y="117575"/>
            <a:ext cx="4553100" cy="4918200"/>
          </a:xfrm>
          <a:prstGeom prst="rect">
            <a:avLst/>
          </a:prstGeom>
          <a:noFill/>
          <a:ln>
            <a:noFill/>
          </a:ln>
        </p:spPr>
        <p:txBody>
          <a:bodyPr/>
          <a:lstStyle/>
          <a:p>
            <a:endParaRPr lang="de-DE"/>
          </a:p>
        </p:txBody>
      </p:sp>
      <p:sp>
        <p:nvSpPr>
          <p:cNvPr id="79" name="Google Shape;79;p10"/>
          <p:cNvSpPr txBox="1">
            <a:spLocks noGrp="1"/>
          </p:cNvSpPr>
          <p:nvPr>
            <p:ph type="body" idx="4"/>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Detail 2">
  <p:cSld name="SECTION_TITLE_AND_DESCRIPTION">
    <p:bg>
      <p:bgPr>
        <a:solidFill>
          <a:schemeClr val="lt2"/>
        </a:solidFill>
        <a:effectLst/>
      </p:bgPr>
    </p:bg>
    <p:spTree>
      <p:nvGrpSpPr>
        <p:cNvPr id="1" name="Shape 80"/>
        <p:cNvGrpSpPr/>
        <p:nvPr/>
      </p:nvGrpSpPr>
      <p:grpSpPr>
        <a:xfrm>
          <a:off x="0" y="0"/>
          <a:ext cx="0" cy="0"/>
          <a:chOff x="0" y="0"/>
          <a:chExt cx="0" cy="0"/>
        </a:xfrm>
      </p:grpSpPr>
      <p:cxnSp>
        <p:nvCxnSpPr>
          <p:cNvPr id="81" name="Google Shape;81;p11"/>
          <p:cNvCxnSpPr/>
          <p:nvPr/>
        </p:nvCxnSpPr>
        <p:spPr>
          <a:xfrm rot="10800000">
            <a:off x="1746313" y="66000"/>
            <a:ext cx="0" cy="5011500"/>
          </a:xfrm>
          <a:prstGeom prst="straightConnector1">
            <a:avLst/>
          </a:prstGeom>
          <a:noFill/>
          <a:ln w="19050" cap="flat" cmpd="sng">
            <a:solidFill>
              <a:schemeClr val="dk2"/>
            </a:solidFill>
            <a:prstDash val="solid"/>
            <a:round/>
            <a:headEnd type="none" w="med" len="med"/>
            <a:tailEnd type="none" w="med" len="med"/>
          </a:ln>
        </p:spPr>
      </p:cxnSp>
      <p:cxnSp>
        <p:nvCxnSpPr>
          <p:cNvPr id="82" name="Google Shape;82;p11"/>
          <p:cNvCxnSpPr/>
          <p:nvPr/>
        </p:nvCxnSpPr>
        <p:spPr>
          <a:xfrm rot="10800000">
            <a:off x="4313279" y="66000"/>
            <a:ext cx="0" cy="5011500"/>
          </a:xfrm>
          <a:prstGeom prst="straightConnector1">
            <a:avLst/>
          </a:prstGeom>
          <a:noFill/>
          <a:ln w="19050" cap="flat" cmpd="sng">
            <a:solidFill>
              <a:schemeClr val="dk2"/>
            </a:solidFill>
            <a:prstDash val="solid"/>
            <a:round/>
            <a:headEnd type="none" w="med" len="med"/>
            <a:tailEnd type="none" w="med" len="med"/>
          </a:ln>
        </p:spPr>
      </p:cxnSp>
      <p:sp>
        <p:nvSpPr>
          <p:cNvPr id="83" name="Google Shape;83;p11"/>
          <p:cNvSpPr txBox="1">
            <a:spLocks noGrp="1"/>
          </p:cNvSpPr>
          <p:nvPr>
            <p:ph type="body" idx="1"/>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
        <p:nvSpPr>
          <p:cNvPr id="84" name="Google Shape;84;p11"/>
          <p:cNvSpPr>
            <a:spLocks noGrp="1"/>
          </p:cNvSpPr>
          <p:nvPr>
            <p:ph type="pic" idx="2"/>
          </p:nvPr>
        </p:nvSpPr>
        <p:spPr>
          <a:xfrm>
            <a:off x="1881900" y="128975"/>
            <a:ext cx="2294700" cy="4877400"/>
          </a:xfrm>
          <a:prstGeom prst="rect">
            <a:avLst/>
          </a:prstGeom>
          <a:noFill/>
          <a:ln>
            <a:noFill/>
          </a:ln>
        </p:spPr>
        <p:txBody>
          <a:bodyPr/>
          <a:lstStyle/>
          <a:p>
            <a:endParaRPr lang="de-DE"/>
          </a:p>
        </p:txBody>
      </p:sp>
      <p:sp>
        <p:nvSpPr>
          <p:cNvPr id="85" name="Google Shape;85;p11"/>
          <p:cNvSpPr txBox="1">
            <a:spLocks noGrp="1"/>
          </p:cNvSpPr>
          <p:nvPr>
            <p:ph type="body" idx="3"/>
          </p:nvPr>
        </p:nvSpPr>
        <p:spPr>
          <a:xfrm>
            <a:off x="4399950" y="-41975"/>
            <a:ext cx="4394100" cy="5031900"/>
          </a:xfrm>
          <a:prstGeom prst="rect">
            <a:avLst/>
          </a:prstGeom>
        </p:spPr>
        <p:txBody>
          <a:bodyPr spcFirstLastPara="1" wrap="square" lIns="91425" tIns="91425" rIns="91425" bIns="91425" anchor="t" anchorCtr="0">
            <a:noAutofit/>
          </a:bodyPr>
          <a:lstStyle>
            <a:lvl1pPr marL="457200" lvl="0" indent="-342900">
              <a:lnSpc>
                <a:spcPct val="80000"/>
              </a:lnSpc>
              <a:spcBef>
                <a:spcPts val="0"/>
              </a:spcBef>
              <a:spcAft>
                <a:spcPts val="0"/>
              </a:spcAft>
              <a:buClr>
                <a:schemeClr val="dk2"/>
              </a:buClr>
              <a:buSzPts val="1800"/>
              <a:buChar char="●"/>
              <a:defRPr sz="1800">
                <a:solidFill>
                  <a:schemeClr val="dk2"/>
                </a:solidFill>
              </a:defRPr>
            </a:lvl1pPr>
            <a:lvl2pPr marL="914400" lvl="1" indent="-342900">
              <a:lnSpc>
                <a:spcPct val="80000"/>
              </a:lnSpc>
              <a:spcBef>
                <a:spcPts val="0"/>
              </a:spcBef>
              <a:spcAft>
                <a:spcPts val="0"/>
              </a:spcAft>
              <a:buClr>
                <a:schemeClr val="dk2"/>
              </a:buClr>
              <a:buSzPts val="1800"/>
              <a:buChar char="○"/>
              <a:defRPr sz="1800">
                <a:solidFill>
                  <a:schemeClr val="dk2"/>
                </a:solidFill>
              </a:defRPr>
            </a:lvl2pPr>
            <a:lvl3pPr marL="1371600" lvl="2" indent="-342900">
              <a:lnSpc>
                <a:spcPct val="80000"/>
              </a:lnSpc>
              <a:spcBef>
                <a:spcPts val="0"/>
              </a:spcBef>
              <a:spcAft>
                <a:spcPts val="0"/>
              </a:spcAft>
              <a:buClr>
                <a:schemeClr val="dk2"/>
              </a:buClr>
              <a:buSzPts val="1800"/>
              <a:buChar char="■"/>
              <a:defRPr sz="1800">
                <a:solidFill>
                  <a:schemeClr val="dk2"/>
                </a:solidFill>
              </a:defRPr>
            </a:lvl3pPr>
            <a:lvl4pPr marL="1828800" lvl="3" indent="-342900">
              <a:lnSpc>
                <a:spcPct val="80000"/>
              </a:lnSpc>
              <a:spcBef>
                <a:spcPts val="0"/>
              </a:spcBef>
              <a:spcAft>
                <a:spcPts val="0"/>
              </a:spcAft>
              <a:buClr>
                <a:schemeClr val="dk2"/>
              </a:buClr>
              <a:buSzPts val="1800"/>
              <a:buChar char="●"/>
              <a:defRPr sz="1800">
                <a:solidFill>
                  <a:schemeClr val="dk2"/>
                </a:solidFill>
              </a:defRPr>
            </a:lvl4pPr>
            <a:lvl5pPr marL="2286000" lvl="4" indent="-342900">
              <a:lnSpc>
                <a:spcPct val="80000"/>
              </a:lnSpc>
              <a:spcBef>
                <a:spcPts val="0"/>
              </a:spcBef>
              <a:spcAft>
                <a:spcPts val="0"/>
              </a:spcAft>
              <a:buClr>
                <a:schemeClr val="dk2"/>
              </a:buClr>
              <a:buSzPts val="1800"/>
              <a:buChar char="○"/>
              <a:defRPr sz="1800">
                <a:solidFill>
                  <a:schemeClr val="dk2"/>
                </a:solidFill>
              </a:defRPr>
            </a:lvl5pPr>
            <a:lvl6pPr marL="2743200" lvl="5" indent="-342900">
              <a:lnSpc>
                <a:spcPct val="80000"/>
              </a:lnSpc>
              <a:spcBef>
                <a:spcPts val="0"/>
              </a:spcBef>
              <a:spcAft>
                <a:spcPts val="0"/>
              </a:spcAft>
              <a:buClr>
                <a:schemeClr val="dk2"/>
              </a:buClr>
              <a:buSzPts val="1800"/>
              <a:buChar char="■"/>
              <a:defRPr sz="1800">
                <a:solidFill>
                  <a:schemeClr val="dk2"/>
                </a:solidFill>
              </a:defRPr>
            </a:lvl6pPr>
            <a:lvl7pPr marL="3200400" lvl="6" indent="-342900">
              <a:lnSpc>
                <a:spcPct val="80000"/>
              </a:lnSpc>
              <a:spcBef>
                <a:spcPts val="0"/>
              </a:spcBef>
              <a:spcAft>
                <a:spcPts val="0"/>
              </a:spcAft>
              <a:buClr>
                <a:schemeClr val="dk2"/>
              </a:buClr>
              <a:buSzPts val="1800"/>
              <a:buChar char="●"/>
              <a:defRPr sz="1800">
                <a:solidFill>
                  <a:schemeClr val="dk2"/>
                </a:solidFill>
              </a:defRPr>
            </a:lvl7pPr>
            <a:lvl8pPr marL="3657600" lvl="7" indent="-342900">
              <a:lnSpc>
                <a:spcPct val="80000"/>
              </a:lnSpc>
              <a:spcBef>
                <a:spcPts val="0"/>
              </a:spcBef>
              <a:spcAft>
                <a:spcPts val="0"/>
              </a:spcAft>
              <a:buClr>
                <a:schemeClr val="dk2"/>
              </a:buClr>
              <a:buSzPts val="1800"/>
              <a:buChar char="○"/>
              <a:defRPr sz="1800">
                <a:solidFill>
                  <a:schemeClr val="dk2"/>
                </a:solidFill>
              </a:defRPr>
            </a:lvl8pPr>
            <a:lvl9pPr marL="4114800" lvl="8" indent="-342900">
              <a:lnSpc>
                <a:spcPct val="80000"/>
              </a:lnSpc>
              <a:spcBef>
                <a:spcPts val="0"/>
              </a:spcBef>
              <a:spcAft>
                <a:spcPts val="0"/>
              </a:spcAft>
              <a:buClr>
                <a:schemeClr val="dk2"/>
              </a:buClr>
              <a:buSzPts val="1800"/>
              <a:buChar char="■"/>
              <a:defRPr sz="1800">
                <a:solidFill>
                  <a:schemeClr val="dk2"/>
                </a:solidFill>
              </a:defRPr>
            </a:lvl9pPr>
          </a:lstStyle>
          <a:p>
            <a:endParaRPr/>
          </a:p>
        </p:txBody>
      </p:sp>
      <p:sp>
        <p:nvSpPr>
          <p:cNvPr id="86" name="Google Shape;86;p11"/>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7" name="Google Shape;87;p11"/>
          <p:cNvSpPr txBox="1">
            <a:spLocks noGrp="1"/>
          </p:cNvSpPr>
          <p:nvPr>
            <p:ph type="body" idx="4"/>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dea Description">
  <p:cSld name="BIG_NUMBER">
    <p:spTree>
      <p:nvGrpSpPr>
        <p:cNvPr id="1" name="Shape 88"/>
        <p:cNvGrpSpPr/>
        <p:nvPr/>
      </p:nvGrpSpPr>
      <p:grpSpPr>
        <a:xfrm>
          <a:off x="0" y="0"/>
          <a:ext cx="0" cy="0"/>
          <a:chOff x="0" y="0"/>
          <a:chExt cx="0" cy="0"/>
        </a:xfrm>
      </p:grpSpPr>
      <p:cxnSp>
        <p:nvCxnSpPr>
          <p:cNvPr id="89" name="Google Shape;89;p12"/>
          <p:cNvCxnSpPr/>
          <p:nvPr/>
        </p:nvCxnSpPr>
        <p:spPr>
          <a:xfrm rot="10800000">
            <a:off x="1746313"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90" name="Google Shape;90;p12"/>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91" name="Google Shape;91;p12"/>
          <p:cNvSpPr>
            <a:spLocks noGrp="1"/>
          </p:cNvSpPr>
          <p:nvPr>
            <p:ph type="pic" idx="2"/>
          </p:nvPr>
        </p:nvSpPr>
        <p:spPr>
          <a:xfrm>
            <a:off x="4453150" y="136550"/>
            <a:ext cx="4586400" cy="2377500"/>
          </a:xfrm>
          <a:prstGeom prst="rect">
            <a:avLst/>
          </a:prstGeom>
          <a:noFill/>
          <a:ln>
            <a:noFill/>
          </a:ln>
        </p:spPr>
        <p:txBody>
          <a:bodyPr/>
          <a:lstStyle/>
          <a:p>
            <a:endParaRPr lang="de-DE"/>
          </a:p>
        </p:txBody>
      </p:sp>
      <p:sp>
        <p:nvSpPr>
          <p:cNvPr id="92" name="Google Shape;92;p12"/>
          <p:cNvSpPr>
            <a:spLocks noGrp="1"/>
          </p:cNvSpPr>
          <p:nvPr>
            <p:ph type="pic" idx="3"/>
          </p:nvPr>
        </p:nvSpPr>
        <p:spPr>
          <a:xfrm>
            <a:off x="4453150" y="2643275"/>
            <a:ext cx="4586400" cy="2377500"/>
          </a:xfrm>
          <a:prstGeom prst="rect">
            <a:avLst/>
          </a:prstGeom>
          <a:noFill/>
          <a:ln>
            <a:noFill/>
          </a:ln>
        </p:spPr>
        <p:txBody>
          <a:bodyPr/>
          <a:lstStyle/>
          <a:p>
            <a:endParaRPr lang="de-DE"/>
          </a:p>
        </p:txBody>
      </p:sp>
      <p:sp>
        <p:nvSpPr>
          <p:cNvPr id="93" name="Google Shape;93;p12"/>
          <p:cNvSpPr txBox="1">
            <a:spLocks noGrp="1"/>
          </p:cNvSpPr>
          <p:nvPr>
            <p:ph type="body" idx="1"/>
          </p:nvPr>
        </p:nvSpPr>
        <p:spPr>
          <a:xfrm>
            <a:off x="1812875" y="63925"/>
            <a:ext cx="2428500" cy="4956900"/>
          </a:xfrm>
          <a:prstGeom prst="rect">
            <a:avLst/>
          </a:prstGeom>
        </p:spPr>
        <p:txBody>
          <a:bodyPr spcFirstLastPara="1" wrap="square" lIns="91425" tIns="91425" rIns="91425" bIns="91425" anchor="t" anchorCtr="0">
            <a:noAutofit/>
          </a:bodyPr>
          <a:lstStyle>
            <a:lvl1pPr marL="457200" lvl="0" indent="-342900">
              <a:lnSpc>
                <a:spcPct val="80000"/>
              </a:lnSpc>
              <a:spcBef>
                <a:spcPts val="0"/>
              </a:spcBef>
              <a:spcAft>
                <a:spcPts val="0"/>
              </a:spcAft>
              <a:buClr>
                <a:schemeClr val="dk1"/>
              </a:buClr>
              <a:buSzPts val="1800"/>
              <a:buChar char="●"/>
              <a:defRPr sz="1800"/>
            </a:lvl1pPr>
            <a:lvl2pPr marL="914400" lvl="1" indent="-342900">
              <a:lnSpc>
                <a:spcPct val="80000"/>
              </a:lnSpc>
              <a:spcBef>
                <a:spcPts val="0"/>
              </a:spcBef>
              <a:spcAft>
                <a:spcPts val="0"/>
              </a:spcAft>
              <a:buClr>
                <a:schemeClr val="dk1"/>
              </a:buClr>
              <a:buSzPts val="1800"/>
              <a:buChar char="○"/>
              <a:defRPr sz="1800"/>
            </a:lvl2pPr>
            <a:lvl3pPr marL="1371600" lvl="2" indent="-342900">
              <a:lnSpc>
                <a:spcPct val="80000"/>
              </a:lnSpc>
              <a:spcBef>
                <a:spcPts val="0"/>
              </a:spcBef>
              <a:spcAft>
                <a:spcPts val="0"/>
              </a:spcAft>
              <a:buClr>
                <a:schemeClr val="dk1"/>
              </a:buClr>
              <a:buSzPts val="1800"/>
              <a:buChar char="■"/>
              <a:defRPr sz="1800"/>
            </a:lvl3pPr>
            <a:lvl4pPr marL="1828800" lvl="3" indent="-342900">
              <a:lnSpc>
                <a:spcPct val="80000"/>
              </a:lnSpc>
              <a:spcBef>
                <a:spcPts val="0"/>
              </a:spcBef>
              <a:spcAft>
                <a:spcPts val="0"/>
              </a:spcAft>
              <a:buClr>
                <a:schemeClr val="dk1"/>
              </a:buClr>
              <a:buSzPts val="1800"/>
              <a:buChar char="●"/>
              <a:defRPr sz="1800"/>
            </a:lvl4pPr>
            <a:lvl5pPr marL="2286000" lvl="4" indent="-342900">
              <a:lnSpc>
                <a:spcPct val="80000"/>
              </a:lnSpc>
              <a:spcBef>
                <a:spcPts val="0"/>
              </a:spcBef>
              <a:spcAft>
                <a:spcPts val="0"/>
              </a:spcAft>
              <a:buClr>
                <a:schemeClr val="dk1"/>
              </a:buClr>
              <a:buSzPts val="1800"/>
              <a:buChar char="○"/>
              <a:defRPr sz="1800"/>
            </a:lvl5pPr>
            <a:lvl6pPr marL="2743200" lvl="5" indent="-342900">
              <a:lnSpc>
                <a:spcPct val="80000"/>
              </a:lnSpc>
              <a:spcBef>
                <a:spcPts val="0"/>
              </a:spcBef>
              <a:spcAft>
                <a:spcPts val="0"/>
              </a:spcAft>
              <a:buClr>
                <a:schemeClr val="dk1"/>
              </a:buClr>
              <a:buSzPts val="1800"/>
              <a:buChar char="■"/>
              <a:defRPr sz="1800"/>
            </a:lvl6pPr>
            <a:lvl7pPr marL="3200400" lvl="6" indent="-342900">
              <a:lnSpc>
                <a:spcPct val="80000"/>
              </a:lnSpc>
              <a:spcBef>
                <a:spcPts val="0"/>
              </a:spcBef>
              <a:spcAft>
                <a:spcPts val="0"/>
              </a:spcAft>
              <a:buClr>
                <a:schemeClr val="dk1"/>
              </a:buClr>
              <a:buSzPts val="1800"/>
              <a:buChar char="●"/>
              <a:defRPr sz="1800"/>
            </a:lvl7pPr>
            <a:lvl8pPr marL="3657600" lvl="7" indent="-342900">
              <a:lnSpc>
                <a:spcPct val="80000"/>
              </a:lnSpc>
              <a:spcBef>
                <a:spcPts val="0"/>
              </a:spcBef>
              <a:spcAft>
                <a:spcPts val="0"/>
              </a:spcAft>
              <a:buClr>
                <a:schemeClr val="dk1"/>
              </a:buClr>
              <a:buSzPts val="1800"/>
              <a:buChar char="○"/>
              <a:defRPr sz="1800"/>
            </a:lvl8pPr>
            <a:lvl9pPr marL="4114800" lvl="8" indent="-342900">
              <a:lnSpc>
                <a:spcPct val="80000"/>
              </a:lnSpc>
              <a:spcBef>
                <a:spcPts val="0"/>
              </a:spcBef>
              <a:spcAft>
                <a:spcPts val="0"/>
              </a:spcAft>
              <a:buClr>
                <a:schemeClr val="dk1"/>
              </a:buClr>
              <a:buSzPts val="1800"/>
              <a:buChar char="■"/>
              <a:defRPr sz="1800"/>
            </a:lvl9pPr>
          </a:lstStyle>
          <a:p>
            <a:endParaRPr/>
          </a:p>
        </p:txBody>
      </p:sp>
      <p:sp>
        <p:nvSpPr>
          <p:cNvPr id="94" name="Google Shape;94;p12"/>
          <p:cNvSpPr txBox="1">
            <a:spLocks noGrp="1"/>
          </p:cNvSpPr>
          <p:nvPr>
            <p:ph type="body" idx="4"/>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95" name="Google Shape;95;p12"/>
          <p:cNvSpPr txBox="1">
            <a:spLocks noGrp="1"/>
          </p:cNvSpPr>
          <p:nvPr>
            <p:ph type="body" idx="5"/>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oodboard" type="blank">
  <p:cSld name="BLANK">
    <p:spTree>
      <p:nvGrpSpPr>
        <p:cNvPr id="1" name="Shape 96"/>
        <p:cNvGrpSpPr/>
        <p:nvPr/>
      </p:nvGrpSpPr>
      <p:grpSpPr>
        <a:xfrm>
          <a:off x="0" y="0"/>
          <a:ext cx="0" cy="0"/>
          <a:chOff x="0" y="0"/>
          <a:chExt cx="0" cy="0"/>
        </a:xfrm>
      </p:grpSpPr>
      <p:sp>
        <p:nvSpPr>
          <p:cNvPr id="97" name="Google Shape;97;p13"/>
          <p:cNvSpPr>
            <a:spLocks noGrp="1"/>
          </p:cNvSpPr>
          <p:nvPr>
            <p:ph type="pic" idx="2"/>
          </p:nvPr>
        </p:nvSpPr>
        <p:spPr>
          <a:xfrm>
            <a:off x="4449650" y="3469750"/>
            <a:ext cx="1449900" cy="1523100"/>
          </a:xfrm>
          <a:prstGeom prst="rect">
            <a:avLst/>
          </a:prstGeom>
          <a:noFill/>
          <a:ln>
            <a:noFill/>
          </a:ln>
        </p:spPr>
        <p:txBody>
          <a:bodyPr/>
          <a:lstStyle/>
          <a:p>
            <a:endParaRPr lang="de-DE"/>
          </a:p>
        </p:txBody>
      </p:sp>
      <p:sp>
        <p:nvSpPr>
          <p:cNvPr id="98" name="Google Shape;98;p13"/>
          <p:cNvSpPr>
            <a:spLocks noGrp="1"/>
          </p:cNvSpPr>
          <p:nvPr>
            <p:ph type="pic" idx="3"/>
          </p:nvPr>
        </p:nvSpPr>
        <p:spPr>
          <a:xfrm>
            <a:off x="4449650" y="1815375"/>
            <a:ext cx="1449900" cy="1523100"/>
          </a:xfrm>
          <a:prstGeom prst="rect">
            <a:avLst/>
          </a:prstGeom>
          <a:noFill/>
          <a:ln>
            <a:noFill/>
          </a:ln>
        </p:spPr>
        <p:txBody>
          <a:bodyPr/>
          <a:lstStyle/>
          <a:p>
            <a:endParaRPr lang="de-DE"/>
          </a:p>
        </p:txBody>
      </p:sp>
      <p:sp>
        <p:nvSpPr>
          <p:cNvPr id="99" name="Google Shape;99;p13"/>
          <p:cNvSpPr>
            <a:spLocks noGrp="1"/>
          </p:cNvSpPr>
          <p:nvPr>
            <p:ph type="pic" idx="4"/>
          </p:nvPr>
        </p:nvSpPr>
        <p:spPr>
          <a:xfrm>
            <a:off x="6009325" y="1815375"/>
            <a:ext cx="1449900" cy="1523100"/>
          </a:xfrm>
          <a:prstGeom prst="rect">
            <a:avLst/>
          </a:prstGeom>
          <a:noFill/>
          <a:ln>
            <a:noFill/>
          </a:ln>
        </p:spPr>
        <p:txBody>
          <a:bodyPr/>
          <a:lstStyle/>
          <a:p>
            <a:endParaRPr lang="de-DE"/>
          </a:p>
        </p:txBody>
      </p:sp>
      <p:sp>
        <p:nvSpPr>
          <p:cNvPr id="100" name="Google Shape;100;p13"/>
          <p:cNvSpPr>
            <a:spLocks noGrp="1"/>
          </p:cNvSpPr>
          <p:nvPr>
            <p:ph type="pic" idx="5"/>
          </p:nvPr>
        </p:nvSpPr>
        <p:spPr>
          <a:xfrm>
            <a:off x="7568150" y="1815375"/>
            <a:ext cx="1449900" cy="1523100"/>
          </a:xfrm>
          <a:prstGeom prst="rect">
            <a:avLst/>
          </a:prstGeom>
          <a:noFill/>
          <a:ln>
            <a:noFill/>
          </a:ln>
        </p:spPr>
        <p:txBody>
          <a:bodyPr/>
          <a:lstStyle/>
          <a:p>
            <a:endParaRPr lang="de-DE"/>
          </a:p>
        </p:txBody>
      </p:sp>
      <p:sp>
        <p:nvSpPr>
          <p:cNvPr id="101" name="Google Shape;101;p13"/>
          <p:cNvSpPr>
            <a:spLocks noGrp="1"/>
          </p:cNvSpPr>
          <p:nvPr>
            <p:ph type="pic" idx="6"/>
          </p:nvPr>
        </p:nvSpPr>
        <p:spPr>
          <a:xfrm>
            <a:off x="4449650" y="161000"/>
            <a:ext cx="1449900" cy="1523100"/>
          </a:xfrm>
          <a:prstGeom prst="rect">
            <a:avLst/>
          </a:prstGeom>
          <a:noFill/>
          <a:ln>
            <a:noFill/>
          </a:ln>
        </p:spPr>
        <p:txBody>
          <a:bodyPr/>
          <a:lstStyle/>
          <a:p>
            <a:endParaRPr lang="de-DE"/>
          </a:p>
        </p:txBody>
      </p:sp>
      <p:sp>
        <p:nvSpPr>
          <p:cNvPr id="102" name="Google Shape;102;p13"/>
          <p:cNvSpPr>
            <a:spLocks noGrp="1"/>
          </p:cNvSpPr>
          <p:nvPr>
            <p:ph type="pic" idx="7"/>
          </p:nvPr>
        </p:nvSpPr>
        <p:spPr>
          <a:xfrm>
            <a:off x="6009325" y="161000"/>
            <a:ext cx="1449900" cy="1523100"/>
          </a:xfrm>
          <a:prstGeom prst="rect">
            <a:avLst/>
          </a:prstGeom>
          <a:noFill/>
          <a:ln>
            <a:noFill/>
          </a:ln>
        </p:spPr>
        <p:txBody>
          <a:bodyPr/>
          <a:lstStyle/>
          <a:p>
            <a:endParaRPr lang="de-DE"/>
          </a:p>
        </p:txBody>
      </p:sp>
      <p:sp>
        <p:nvSpPr>
          <p:cNvPr id="103" name="Google Shape;103;p13"/>
          <p:cNvSpPr>
            <a:spLocks noGrp="1"/>
          </p:cNvSpPr>
          <p:nvPr>
            <p:ph type="pic" idx="8"/>
          </p:nvPr>
        </p:nvSpPr>
        <p:spPr>
          <a:xfrm>
            <a:off x="7568150" y="161000"/>
            <a:ext cx="1449900" cy="1523100"/>
          </a:xfrm>
          <a:prstGeom prst="rect">
            <a:avLst/>
          </a:prstGeom>
          <a:noFill/>
          <a:ln>
            <a:noFill/>
          </a:ln>
        </p:spPr>
        <p:txBody>
          <a:bodyPr/>
          <a:lstStyle/>
          <a:p>
            <a:endParaRPr lang="de-DE"/>
          </a:p>
        </p:txBody>
      </p:sp>
      <p:sp>
        <p:nvSpPr>
          <p:cNvPr id="104" name="Google Shape;104;p13"/>
          <p:cNvSpPr txBox="1"/>
          <p:nvPr/>
        </p:nvSpPr>
        <p:spPr>
          <a:xfrm>
            <a:off x="5978200" y="3464150"/>
            <a:ext cx="354000" cy="21360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900" b="1">
                <a:solidFill>
                  <a:schemeClr val="lt1"/>
                </a:solidFill>
                <a:latin typeface="Helvetica Neue"/>
                <a:ea typeface="Helvetica Neue"/>
                <a:cs typeface="Helvetica Neue"/>
                <a:sym typeface="Helvetica Neue"/>
              </a:rPr>
              <a:t>08</a:t>
            </a:r>
            <a:endParaRPr sz="900" b="1">
              <a:solidFill>
                <a:schemeClr val="lt1"/>
              </a:solidFill>
              <a:latin typeface="Helvetica Neue"/>
              <a:ea typeface="Helvetica Neue"/>
              <a:cs typeface="Helvetica Neue"/>
              <a:sym typeface="Helvetica Neue"/>
            </a:endParaRPr>
          </a:p>
        </p:txBody>
      </p:sp>
      <p:sp>
        <p:nvSpPr>
          <p:cNvPr id="105" name="Google Shape;105;p13"/>
          <p:cNvSpPr txBox="1"/>
          <p:nvPr/>
        </p:nvSpPr>
        <p:spPr>
          <a:xfrm>
            <a:off x="7545351" y="3464150"/>
            <a:ext cx="354000" cy="21360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 sz="900" b="1">
                <a:solidFill>
                  <a:schemeClr val="lt1"/>
                </a:solidFill>
                <a:latin typeface="Helvetica Neue"/>
                <a:ea typeface="Helvetica Neue"/>
                <a:cs typeface="Helvetica Neue"/>
                <a:sym typeface="Helvetica Neue"/>
              </a:rPr>
              <a:t>09</a:t>
            </a:r>
            <a:endParaRPr sz="900" b="1">
              <a:solidFill>
                <a:schemeClr val="lt1"/>
              </a:solidFill>
              <a:latin typeface="Helvetica Neue"/>
              <a:ea typeface="Helvetica Neue"/>
              <a:cs typeface="Helvetica Neue"/>
              <a:sym typeface="Helvetica Neue"/>
            </a:endParaRPr>
          </a:p>
        </p:txBody>
      </p:sp>
      <p:cxnSp>
        <p:nvCxnSpPr>
          <p:cNvPr id="106" name="Google Shape;106;p13"/>
          <p:cNvCxnSpPr/>
          <p:nvPr/>
        </p:nvCxnSpPr>
        <p:spPr>
          <a:xfrm rot="10800000">
            <a:off x="1746313"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107" name="Google Shape;107;p13"/>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108" name="Google Shape;108;p13"/>
          <p:cNvSpPr txBox="1">
            <a:spLocks noGrp="1"/>
          </p:cNvSpPr>
          <p:nvPr>
            <p:ph type="body" idx="1"/>
          </p:nvPr>
        </p:nvSpPr>
        <p:spPr>
          <a:xfrm>
            <a:off x="1758450" y="3589750"/>
            <a:ext cx="2482800" cy="14562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Char char="●"/>
              <a:defRPr sz="900"/>
            </a:lvl1pPr>
            <a:lvl2pPr marL="914400" lvl="1" indent="-285750">
              <a:spcBef>
                <a:spcPts val="0"/>
              </a:spcBef>
              <a:spcAft>
                <a:spcPts val="0"/>
              </a:spcAft>
              <a:buClr>
                <a:schemeClr val="dk1"/>
              </a:buClr>
              <a:buSzPts val="900"/>
              <a:buChar char="○"/>
              <a:defRPr sz="900"/>
            </a:lvl2pPr>
            <a:lvl3pPr marL="1371600" lvl="2" indent="-285750">
              <a:spcBef>
                <a:spcPts val="0"/>
              </a:spcBef>
              <a:spcAft>
                <a:spcPts val="0"/>
              </a:spcAft>
              <a:buClr>
                <a:schemeClr val="dk1"/>
              </a:buClr>
              <a:buSzPts val="900"/>
              <a:buChar char="■"/>
              <a:defRPr sz="900"/>
            </a:lvl3pPr>
            <a:lvl4pPr marL="1828800" lvl="3" indent="-285750">
              <a:spcBef>
                <a:spcPts val="0"/>
              </a:spcBef>
              <a:spcAft>
                <a:spcPts val="0"/>
              </a:spcAft>
              <a:buClr>
                <a:schemeClr val="dk1"/>
              </a:buClr>
              <a:buSzPts val="900"/>
              <a:buChar char="●"/>
              <a:defRPr sz="900"/>
            </a:lvl4pPr>
            <a:lvl5pPr marL="2286000" lvl="4" indent="-285750">
              <a:spcBef>
                <a:spcPts val="0"/>
              </a:spcBef>
              <a:spcAft>
                <a:spcPts val="0"/>
              </a:spcAft>
              <a:buClr>
                <a:schemeClr val="dk1"/>
              </a:buClr>
              <a:buSzPts val="900"/>
              <a:buChar char="○"/>
              <a:defRPr sz="900"/>
            </a:lvl5pPr>
            <a:lvl6pPr marL="2743200" lvl="5" indent="-285750">
              <a:spcBef>
                <a:spcPts val="0"/>
              </a:spcBef>
              <a:spcAft>
                <a:spcPts val="0"/>
              </a:spcAft>
              <a:buClr>
                <a:schemeClr val="dk1"/>
              </a:buClr>
              <a:buSzPts val="900"/>
              <a:buChar char="■"/>
              <a:defRPr sz="900"/>
            </a:lvl6pPr>
            <a:lvl7pPr marL="3200400" lvl="6" indent="-285750">
              <a:spcBef>
                <a:spcPts val="0"/>
              </a:spcBef>
              <a:spcAft>
                <a:spcPts val="0"/>
              </a:spcAft>
              <a:buClr>
                <a:schemeClr val="dk1"/>
              </a:buClr>
              <a:buSzPts val="900"/>
              <a:buChar char="●"/>
              <a:defRPr sz="900"/>
            </a:lvl7pPr>
            <a:lvl8pPr marL="3657600" lvl="7" indent="-285750">
              <a:spcBef>
                <a:spcPts val="0"/>
              </a:spcBef>
              <a:spcAft>
                <a:spcPts val="0"/>
              </a:spcAft>
              <a:buClr>
                <a:schemeClr val="dk1"/>
              </a:buClr>
              <a:buSzPts val="900"/>
              <a:buChar char="○"/>
              <a:defRPr sz="900"/>
            </a:lvl8pPr>
            <a:lvl9pPr marL="4114800" lvl="8" indent="-285750">
              <a:spcBef>
                <a:spcPts val="0"/>
              </a:spcBef>
              <a:spcAft>
                <a:spcPts val="0"/>
              </a:spcAft>
              <a:buClr>
                <a:schemeClr val="dk1"/>
              </a:buClr>
              <a:buSzPts val="900"/>
              <a:buChar char="■"/>
              <a:defRPr sz="900"/>
            </a:lvl9pPr>
          </a:lstStyle>
          <a:p>
            <a:endParaRPr/>
          </a:p>
        </p:txBody>
      </p:sp>
      <p:sp>
        <p:nvSpPr>
          <p:cNvPr id="109" name="Google Shape;109;p13"/>
          <p:cNvSpPr>
            <a:spLocks noGrp="1"/>
          </p:cNvSpPr>
          <p:nvPr>
            <p:ph type="pic" idx="9"/>
          </p:nvPr>
        </p:nvSpPr>
        <p:spPr>
          <a:xfrm>
            <a:off x="6009325" y="3469750"/>
            <a:ext cx="1449900" cy="1523100"/>
          </a:xfrm>
          <a:prstGeom prst="rect">
            <a:avLst/>
          </a:prstGeom>
          <a:noFill/>
          <a:ln>
            <a:noFill/>
          </a:ln>
        </p:spPr>
        <p:txBody>
          <a:bodyPr/>
          <a:lstStyle/>
          <a:p>
            <a:endParaRPr lang="de-DE"/>
          </a:p>
        </p:txBody>
      </p:sp>
      <p:sp>
        <p:nvSpPr>
          <p:cNvPr id="110" name="Google Shape;110;p13"/>
          <p:cNvSpPr>
            <a:spLocks noGrp="1"/>
          </p:cNvSpPr>
          <p:nvPr>
            <p:ph type="pic" idx="13"/>
          </p:nvPr>
        </p:nvSpPr>
        <p:spPr>
          <a:xfrm>
            <a:off x="7568150" y="3469750"/>
            <a:ext cx="1449900" cy="1523100"/>
          </a:xfrm>
          <a:prstGeom prst="rect">
            <a:avLst/>
          </a:prstGeom>
          <a:noFill/>
          <a:ln>
            <a:noFill/>
          </a:ln>
        </p:spPr>
        <p:txBody>
          <a:bodyPr/>
          <a:lstStyle/>
          <a:p>
            <a:endParaRPr lang="de-DE"/>
          </a:p>
        </p:txBody>
      </p:sp>
      <p:sp>
        <p:nvSpPr>
          <p:cNvPr id="111" name="Google Shape;111;p13"/>
          <p:cNvSpPr txBox="1">
            <a:spLocks noGrp="1"/>
          </p:cNvSpPr>
          <p:nvPr>
            <p:ph type="body" idx="14"/>
          </p:nvPr>
        </p:nvSpPr>
        <p:spPr>
          <a:xfrm>
            <a:off x="1812875" y="63925"/>
            <a:ext cx="2428500" cy="27621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112" name="Google Shape;112;p13"/>
          <p:cNvSpPr txBox="1">
            <a:spLocks noGrp="1"/>
          </p:cNvSpPr>
          <p:nvPr>
            <p:ph type="body" idx="15"/>
          </p:nvPr>
        </p:nvSpPr>
        <p:spPr>
          <a:xfrm>
            <a:off x="4401474" y="73675"/>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13" name="Google Shape;113;p13"/>
          <p:cNvSpPr txBox="1">
            <a:spLocks noGrp="1"/>
          </p:cNvSpPr>
          <p:nvPr>
            <p:ph type="body" idx="16"/>
          </p:nvPr>
        </p:nvSpPr>
        <p:spPr>
          <a:xfrm>
            <a:off x="5962065" y="73675"/>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14" name="Google Shape;114;p13"/>
          <p:cNvSpPr txBox="1">
            <a:spLocks noGrp="1"/>
          </p:cNvSpPr>
          <p:nvPr>
            <p:ph type="body" idx="17"/>
          </p:nvPr>
        </p:nvSpPr>
        <p:spPr>
          <a:xfrm>
            <a:off x="7518413" y="73675"/>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15" name="Google Shape;115;p13"/>
          <p:cNvSpPr txBox="1">
            <a:spLocks noGrp="1"/>
          </p:cNvSpPr>
          <p:nvPr>
            <p:ph type="body" idx="18"/>
          </p:nvPr>
        </p:nvSpPr>
        <p:spPr>
          <a:xfrm>
            <a:off x="4401474" y="1737200"/>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16" name="Google Shape;116;p13"/>
          <p:cNvSpPr txBox="1">
            <a:spLocks noGrp="1"/>
          </p:cNvSpPr>
          <p:nvPr>
            <p:ph type="body" idx="19"/>
          </p:nvPr>
        </p:nvSpPr>
        <p:spPr>
          <a:xfrm>
            <a:off x="5962065" y="1737200"/>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17" name="Google Shape;117;p13"/>
          <p:cNvSpPr txBox="1">
            <a:spLocks noGrp="1"/>
          </p:cNvSpPr>
          <p:nvPr>
            <p:ph type="body" idx="20"/>
          </p:nvPr>
        </p:nvSpPr>
        <p:spPr>
          <a:xfrm>
            <a:off x="7518413" y="1737200"/>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18" name="Google Shape;118;p13"/>
          <p:cNvSpPr txBox="1">
            <a:spLocks noGrp="1"/>
          </p:cNvSpPr>
          <p:nvPr>
            <p:ph type="body" idx="21"/>
          </p:nvPr>
        </p:nvSpPr>
        <p:spPr>
          <a:xfrm>
            <a:off x="4401474" y="3394017"/>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19" name="Google Shape;119;p13"/>
          <p:cNvSpPr txBox="1">
            <a:spLocks noGrp="1"/>
          </p:cNvSpPr>
          <p:nvPr>
            <p:ph type="body" idx="22"/>
          </p:nvPr>
        </p:nvSpPr>
        <p:spPr>
          <a:xfrm>
            <a:off x="5962065" y="3394017"/>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20" name="Google Shape;120;p13"/>
          <p:cNvSpPr txBox="1">
            <a:spLocks noGrp="1"/>
          </p:cNvSpPr>
          <p:nvPr>
            <p:ph type="body" idx="23"/>
          </p:nvPr>
        </p:nvSpPr>
        <p:spPr>
          <a:xfrm>
            <a:off x="7518413" y="3394017"/>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21" name="Google Shape;121;p13"/>
          <p:cNvSpPr txBox="1">
            <a:spLocks noGrp="1"/>
          </p:cNvSpPr>
          <p:nvPr>
            <p:ph type="body" idx="24"/>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122" name="Google Shape;122;p13"/>
          <p:cNvSpPr txBox="1">
            <a:spLocks noGrp="1"/>
          </p:cNvSpPr>
          <p:nvPr>
            <p:ph type="body" idx="25"/>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dea Description">
  <p:cSld name="TITLE_AND_BODY_2">
    <p:spTree>
      <p:nvGrpSpPr>
        <p:cNvPr id="1" name="Shape 123"/>
        <p:cNvGrpSpPr/>
        <p:nvPr/>
      </p:nvGrpSpPr>
      <p:grpSpPr>
        <a:xfrm>
          <a:off x="0" y="0"/>
          <a:ext cx="0" cy="0"/>
          <a:chOff x="0" y="0"/>
          <a:chExt cx="0" cy="0"/>
        </a:xfrm>
      </p:grpSpPr>
      <p:cxnSp>
        <p:nvCxnSpPr>
          <p:cNvPr id="124" name="Google Shape;124;p14"/>
          <p:cNvCxnSpPr/>
          <p:nvPr/>
        </p:nvCxnSpPr>
        <p:spPr>
          <a:xfrm rot="10800000">
            <a:off x="17312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125" name="Google Shape;125;p14"/>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126" name="Google Shape;126;p14"/>
          <p:cNvSpPr>
            <a:spLocks noGrp="1"/>
          </p:cNvSpPr>
          <p:nvPr>
            <p:ph type="pic" idx="2"/>
          </p:nvPr>
        </p:nvSpPr>
        <p:spPr>
          <a:xfrm>
            <a:off x="1904971" y="2650825"/>
            <a:ext cx="2233500" cy="2325000"/>
          </a:xfrm>
          <a:prstGeom prst="rect">
            <a:avLst/>
          </a:prstGeom>
          <a:noFill/>
          <a:ln>
            <a:noFill/>
          </a:ln>
        </p:spPr>
        <p:txBody>
          <a:bodyPr/>
          <a:lstStyle/>
          <a:p>
            <a:endParaRPr lang="de-DE"/>
          </a:p>
        </p:txBody>
      </p:sp>
      <p:sp>
        <p:nvSpPr>
          <p:cNvPr id="127" name="Google Shape;127;p14"/>
          <p:cNvSpPr txBox="1">
            <a:spLocks noGrp="1"/>
          </p:cNvSpPr>
          <p:nvPr>
            <p:ph type="body" idx="1"/>
          </p:nvPr>
        </p:nvSpPr>
        <p:spPr>
          <a:xfrm>
            <a:off x="4464475" y="77250"/>
            <a:ext cx="4327200" cy="4954200"/>
          </a:xfrm>
          <a:prstGeom prst="rect">
            <a:avLst/>
          </a:prstGeom>
        </p:spPr>
        <p:txBody>
          <a:bodyPr spcFirstLastPara="1" wrap="square" lIns="91425" tIns="91425" rIns="91425" bIns="91425" anchor="t" anchorCtr="0">
            <a:noAutofit/>
          </a:bodyPr>
          <a:lstStyle>
            <a:lvl1pPr marL="457200" lvl="0" indent="-311150">
              <a:lnSpc>
                <a:spcPct val="90000"/>
              </a:lnSpc>
              <a:spcBef>
                <a:spcPts val="0"/>
              </a:spcBef>
              <a:spcAft>
                <a:spcPts val="0"/>
              </a:spcAft>
              <a:buClr>
                <a:schemeClr val="dk1"/>
              </a:buClr>
              <a:buSzPts val="1300"/>
              <a:buChar char="●"/>
              <a:defRPr/>
            </a:lvl1pPr>
            <a:lvl2pPr marL="914400" lvl="1" indent="-311150">
              <a:lnSpc>
                <a:spcPct val="90000"/>
              </a:lnSpc>
              <a:spcBef>
                <a:spcPts val="0"/>
              </a:spcBef>
              <a:spcAft>
                <a:spcPts val="0"/>
              </a:spcAft>
              <a:buClr>
                <a:schemeClr val="dk1"/>
              </a:buClr>
              <a:buSzPts val="1300"/>
              <a:buChar char="○"/>
              <a:defRPr/>
            </a:lvl2pPr>
            <a:lvl3pPr marL="1371600" lvl="2" indent="-311150">
              <a:lnSpc>
                <a:spcPct val="90000"/>
              </a:lnSpc>
              <a:spcBef>
                <a:spcPts val="0"/>
              </a:spcBef>
              <a:spcAft>
                <a:spcPts val="0"/>
              </a:spcAft>
              <a:buClr>
                <a:schemeClr val="dk1"/>
              </a:buClr>
              <a:buSzPts val="1300"/>
              <a:buChar char="■"/>
              <a:defRPr/>
            </a:lvl3pPr>
            <a:lvl4pPr marL="1828800" lvl="3" indent="-311150">
              <a:lnSpc>
                <a:spcPct val="90000"/>
              </a:lnSpc>
              <a:spcBef>
                <a:spcPts val="0"/>
              </a:spcBef>
              <a:spcAft>
                <a:spcPts val="0"/>
              </a:spcAft>
              <a:buClr>
                <a:schemeClr val="dk1"/>
              </a:buClr>
              <a:buSzPts val="1300"/>
              <a:buChar char="●"/>
              <a:defRPr/>
            </a:lvl4pPr>
            <a:lvl5pPr marL="2286000" lvl="4" indent="-311150">
              <a:lnSpc>
                <a:spcPct val="90000"/>
              </a:lnSpc>
              <a:spcBef>
                <a:spcPts val="0"/>
              </a:spcBef>
              <a:spcAft>
                <a:spcPts val="0"/>
              </a:spcAft>
              <a:buClr>
                <a:schemeClr val="dk1"/>
              </a:buClr>
              <a:buSzPts val="1300"/>
              <a:buChar char="○"/>
              <a:defRPr/>
            </a:lvl5pPr>
            <a:lvl6pPr marL="2743200" lvl="5" indent="-311150">
              <a:lnSpc>
                <a:spcPct val="90000"/>
              </a:lnSpc>
              <a:spcBef>
                <a:spcPts val="0"/>
              </a:spcBef>
              <a:spcAft>
                <a:spcPts val="0"/>
              </a:spcAft>
              <a:buClr>
                <a:schemeClr val="dk1"/>
              </a:buClr>
              <a:buSzPts val="1300"/>
              <a:buChar char="■"/>
              <a:defRPr/>
            </a:lvl6pPr>
            <a:lvl7pPr marL="3200400" lvl="6" indent="-311150">
              <a:lnSpc>
                <a:spcPct val="90000"/>
              </a:lnSpc>
              <a:spcBef>
                <a:spcPts val="0"/>
              </a:spcBef>
              <a:spcAft>
                <a:spcPts val="0"/>
              </a:spcAft>
              <a:buClr>
                <a:schemeClr val="dk1"/>
              </a:buClr>
              <a:buSzPts val="1300"/>
              <a:buChar char="●"/>
              <a:defRPr/>
            </a:lvl7pPr>
            <a:lvl8pPr marL="3657600" lvl="7" indent="-311150">
              <a:lnSpc>
                <a:spcPct val="90000"/>
              </a:lnSpc>
              <a:spcBef>
                <a:spcPts val="0"/>
              </a:spcBef>
              <a:spcAft>
                <a:spcPts val="0"/>
              </a:spcAft>
              <a:buClr>
                <a:schemeClr val="dk1"/>
              </a:buClr>
              <a:buSzPts val="1300"/>
              <a:buChar char="○"/>
              <a:defRPr/>
            </a:lvl8pPr>
            <a:lvl9pPr marL="4114800" lvl="8" indent="-311150">
              <a:lnSpc>
                <a:spcPct val="90000"/>
              </a:lnSpc>
              <a:spcBef>
                <a:spcPts val="0"/>
              </a:spcBef>
              <a:spcAft>
                <a:spcPts val="0"/>
              </a:spcAft>
              <a:buClr>
                <a:schemeClr val="dk1"/>
              </a:buClr>
              <a:buSzPts val="1300"/>
              <a:buChar char="■"/>
              <a:defRPr/>
            </a:lvl9pPr>
          </a:lstStyle>
          <a:p>
            <a:endParaRPr/>
          </a:p>
        </p:txBody>
      </p:sp>
      <p:sp>
        <p:nvSpPr>
          <p:cNvPr id="128" name="Google Shape;128;p14"/>
          <p:cNvSpPr>
            <a:spLocks noGrp="1"/>
          </p:cNvSpPr>
          <p:nvPr>
            <p:ph type="pic" idx="3"/>
          </p:nvPr>
        </p:nvSpPr>
        <p:spPr>
          <a:xfrm>
            <a:off x="1904971" y="137850"/>
            <a:ext cx="2233500" cy="2325000"/>
          </a:xfrm>
          <a:prstGeom prst="rect">
            <a:avLst/>
          </a:prstGeom>
          <a:noFill/>
          <a:ln>
            <a:noFill/>
          </a:ln>
        </p:spPr>
        <p:txBody>
          <a:bodyPr/>
          <a:lstStyle/>
          <a:p>
            <a:endParaRPr lang="de-DE"/>
          </a:p>
        </p:txBody>
      </p:sp>
      <p:sp>
        <p:nvSpPr>
          <p:cNvPr id="129" name="Google Shape;129;p14"/>
          <p:cNvSpPr txBox="1">
            <a:spLocks noGrp="1"/>
          </p:cNvSpPr>
          <p:nvPr>
            <p:ph type="body" idx="4"/>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130" name="Google Shape;130;p14"/>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1" name="Google Shape;131;p14"/>
          <p:cNvSpPr txBox="1">
            <a:spLocks noGrp="1"/>
          </p:cNvSpPr>
          <p:nvPr>
            <p:ph type="body" idx="5"/>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oodboard">
  <p:cSld name="CUSTOM_2_4">
    <p:spTree>
      <p:nvGrpSpPr>
        <p:cNvPr id="1" name="Shape 132"/>
        <p:cNvGrpSpPr/>
        <p:nvPr/>
      </p:nvGrpSpPr>
      <p:grpSpPr>
        <a:xfrm>
          <a:off x="0" y="0"/>
          <a:ext cx="0" cy="0"/>
          <a:chOff x="0" y="0"/>
          <a:chExt cx="0" cy="0"/>
        </a:xfrm>
      </p:grpSpPr>
      <p:sp>
        <p:nvSpPr>
          <p:cNvPr id="133" name="Google Shape;133;p15"/>
          <p:cNvSpPr>
            <a:spLocks noGrp="1"/>
          </p:cNvSpPr>
          <p:nvPr>
            <p:ph type="pic" idx="2"/>
          </p:nvPr>
        </p:nvSpPr>
        <p:spPr>
          <a:xfrm>
            <a:off x="4450425" y="165475"/>
            <a:ext cx="1456500" cy="875400"/>
          </a:xfrm>
          <a:prstGeom prst="rect">
            <a:avLst/>
          </a:prstGeom>
          <a:noFill/>
          <a:ln>
            <a:noFill/>
          </a:ln>
        </p:spPr>
        <p:txBody>
          <a:bodyPr/>
          <a:lstStyle/>
          <a:p>
            <a:endParaRPr lang="de-DE"/>
          </a:p>
        </p:txBody>
      </p:sp>
      <p:sp>
        <p:nvSpPr>
          <p:cNvPr id="134" name="Google Shape;134;p15"/>
          <p:cNvSpPr>
            <a:spLocks noGrp="1"/>
          </p:cNvSpPr>
          <p:nvPr>
            <p:ph type="pic" idx="3"/>
          </p:nvPr>
        </p:nvSpPr>
        <p:spPr>
          <a:xfrm>
            <a:off x="6006442" y="165475"/>
            <a:ext cx="1456500" cy="875400"/>
          </a:xfrm>
          <a:prstGeom prst="rect">
            <a:avLst/>
          </a:prstGeom>
          <a:noFill/>
          <a:ln>
            <a:noFill/>
          </a:ln>
        </p:spPr>
        <p:txBody>
          <a:bodyPr/>
          <a:lstStyle/>
          <a:p>
            <a:endParaRPr lang="de-DE"/>
          </a:p>
        </p:txBody>
      </p:sp>
      <p:sp>
        <p:nvSpPr>
          <p:cNvPr id="135" name="Google Shape;135;p15"/>
          <p:cNvSpPr>
            <a:spLocks noGrp="1"/>
          </p:cNvSpPr>
          <p:nvPr>
            <p:ph type="pic" idx="4"/>
          </p:nvPr>
        </p:nvSpPr>
        <p:spPr>
          <a:xfrm>
            <a:off x="4450425" y="1151703"/>
            <a:ext cx="1456500" cy="875400"/>
          </a:xfrm>
          <a:prstGeom prst="rect">
            <a:avLst/>
          </a:prstGeom>
          <a:noFill/>
          <a:ln>
            <a:noFill/>
          </a:ln>
        </p:spPr>
        <p:txBody>
          <a:bodyPr/>
          <a:lstStyle/>
          <a:p>
            <a:endParaRPr lang="de-DE"/>
          </a:p>
        </p:txBody>
      </p:sp>
      <p:sp>
        <p:nvSpPr>
          <p:cNvPr id="136" name="Google Shape;136;p15"/>
          <p:cNvSpPr>
            <a:spLocks noGrp="1"/>
          </p:cNvSpPr>
          <p:nvPr>
            <p:ph type="pic" idx="5"/>
          </p:nvPr>
        </p:nvSpPr>
        <p:spPr>
          <a:xfrm>
            <a:off x="6006442" y="1151703"/>
            <a:ext cx="1456500" cy="875400"/>
          </a:xfrm>
          <a:prstGeom prst="rect">
            <a:avLst/>
          </a:prstGeom>
          <a:noFill/>
          <a:ln>
            <a:noFill/>
          </a:ln>
        </p:spPr>
        <p:txBody>
          <a:bodyPr/>
          <a:lstStyle/>
          <a:p>
            <a:endParaRPr lang="de-DE"/>
          </a:p>
        </p:txBody>
      </p:sp>
      <p:sp>
        <p:nvSpPr>
          <p:cNvPr id="137" name="Google Shape;137;p15"/>
          <p:cNvSpPr>
            <a:spLocks noGrp="1"/>
          </p:cNvSpPr>
          <p:nvPr>
            <p:ph type="pic" idx="6"/>
          </p:nvPr>
        </p:nvSpPr>
        <p:spPr>
          <a:xfrm>
            <a:off x="7562471" y="1151703"/>
            <a:ext cx="1456500" cy="875400"/>
          </a:xfrm>
          <a:prstGeom prst="rect">
            <a:avLst/>
          </a:prstGeom>
          <a:noFill/>
          <a:ln>
            <a:noFill/>
          </a:ln>
        </p:spPr>
        <p:txBody>
          <a:bodyPr/>
          <a:lstStyle/>
          <a:p>
            <a:endParaRPr lang="de-DE"/>
          </a:p>
        </p:txBody>
      </p:sp>
      <p:sp>
        <p:nvSpPr>
          <p:cNvPr id="138" name="Google Shape;138;p15"/>
          <p:cNvSpPr>
            <a:spLocks noGrp="1"/>
          </p:cNvSpPr>
          <p:nvPr>
            <p:ph type="pic" idx="7"/>
          </p:nvPr>
        </p:nvSpPr>
        <p:spPr>
          <a:xfrm>
            <a:off x="4450425" y="2146500"/>
            <a:ext cx="1456500" cy="875400"/>
          </a:xfrm>
          <a:prstGeom prst="rect">
            <a:avLst/>
          </a:prstGeom>
          <a:noFill/>
          <a:ln>
            <a:noFill/>
          </a:ln>
        </p:spPr>
        <p:txBody>
          <a:bodyPr/>
          <a:lstStyle/>
          <a:p>
            <a:endParaRPr lang="de-DE"/>
          </a:p>
        </p:txBody>
      </p:sp>
      <p:sp>
        <p:nvSpPr>
          <p:cNvPr id="139" name="Google Shape;139;p15"/>
          <p:cNvSpPr>
            <a:spLocks noGrp="1"/>
          </p:cNvSpPr>
          <p:nvPr>
            <p:ph type="pic" idx="8"/>
          </p:nvPr>
        </p:nvSpPr>
        <p:spPr>
          <a:xfrm>
            <a:off x="6006442" y="2146500"/>
            <a:ext cx="1456500" cy="875400"/>
          </a:xfrm>
          <a:prstGeom prst="rect">
            <a:avLst/>
          </a:prstGeom>
          <a:noFill/>
          <a:ln>
            <a:noFill/>
          </a:ln>
        </p:spPr>
        <p:txBody>
          <a:bodyPr/>
          <a:lstStyle/>
          <a:p>
            <a:endParaRPr lang="de-DE"/>
          </a:p>
        </p:txBody>
      </p:sp>
      <p:sp>
        <p:nvSpPr>
          <p:cNvPr id="140" name="Google Shape;140;p15"/>
          <p:cNvSpPr>
            <a:spLocks noGrp="1"/>
          </p:cNvSpPr>
          <p:nvPr>
            <p:ph type="pic" idx="9"/>
          </p:nvPr>
        </p:nvSpPr>
        <p:spPr>
          <a:xfrm>
            <a:off x="7562471" y="2146500"/>
            <a:ext cx="1456500" cy="875400"/>
          </a:xfrm>
          <a:prstGeom prst="rect">
            <a:avLst/>
          </a:prstGeom>
          <a:noFill/>
          <a:ln>
            <a:noFill/>
          </a:ln>
        </p:spPr>
        <p:txBody>
          <a:bodyPr/>
          <a:lstStyle/>
          <a:p>
            <a:endParaRPr lang="de-DE"/>
          </a:p>
        </p:txBody>
      </p:sp>
      <p:sp>
        <p:nvSpPr>
          <p:cNvPr id="141" name="Google Shape;141;p15"/>
          <p:cNvSpPr>
            <a:spLocks noGrp="1"/>
          </p:cNvSpPr>
          <p:nvPr>
            <p:ph type="pic" idx="13"/>
          </p:nvPr>
        </p:nvSpPr>
        <p:spPr>
          <a:xfrm>
            <a:off x="4450425" y="3139100"/>
            <a:ext cx="1456500" cy="875400"/>
          </a:xfrm>
          <a:prstGeom prst="rect">
            <a:avLst/>
          </a:prstGeom>
          <a:noFill/>
          <a:ln>
            <a:noFill/>
          </a:ln>
        </p:spPr>
        <p:txBody>
          <a:bodyPr/>
          <a:lstStyle/>
          <a:p>
            <a:endParaRPr lang="de-DE"/>
          </a:p>
        </p:txBody>
      </p:sp>
      <p:sp>
        <p:nvSpPr>
          <p:cNvPr id="142" name="Google Shape;142;p15"/>
          <p:cNvSpPr>
            <a:spLocks noGrp="1"/>
          </p:cNvSpPr>
          <p:nvPr>
            <p:ph type="pic" idx="14"/>
          </p:nvPr>
        </p:nvSpPr>
        <p:spPr>
          <a:xfrm>
            <a:off x="6006442" y="3139100"/>
            <a:ext cx="1456500" cy="875400"/>
          </a:xfrm>
          <a:prstGeom prst="rect">
            <a:avLst/>
          </a:prstGeom>
          <a:noFill/>
          <a:ln>
            <a:noFill/>
          </a:ln>
        </p:spPr>
        <p:txBody>
          <a:bodyPr/>
          <a:lstStyle/>
          <a:p>
            <a:endParaRPr lang="de-DE"/>
          </a:p>
        </p:txBody>
      </p:sp>
      <p:sp>
        <p:nvSpPr>
          <p:cNvPr id="143" name="Google Shape;143;p15"/>
          <p:cNvSpPr>
            <a:spLocks noGrp="1"/>
          </p:cNvSpPr>
          <p:nvPr>
            <p:ph type="pic" idx="15"/>
          </p:nvPr>
        </p:nvSpPr>
        <p:spPr>
          <a:xfrm>
            <a:off x="7562471" y="3139100"/>
            <a:ext cx="1456500" cy="875400"/>
          </a:xfrm>
          <a:prstGeom prst="rect">
            <a:avLst/>
          </a:prstGeom>
          <a:noFill/>
          <a:ln>
            <a:noFill/>
          </a:ln>
        </p:spPr>
        <p:txBody>
          <a:bodyPr/>
          <a:lstStyle/>
          <a:p>
            <a:endParaRPr lang="de-DE"/>
          </a:p>
        </p:txBody>
      </p:sp>
      <p:sp>
        <p:nvSpPr>
          <p:cNvPr id="144" name="Google Shape;144;p15"/>
          <p:cNvSpPr>
            <a:spLocks noGrp="1"/>
          </p:cNvSpPr>
          <p:nvPr>
            <p:ph type="pic" idx="16"/>
          </p:nvPr>
        </p:nvSpPr>
        <p:spPr>
          <a:xfrm>
            <a:off x="4450425" y="4117514"/>
            <a:ext cx="1456500" cy="875400"/>
          </a:xfrm>
          <a:prstGeom prst="rect">
            <a:avLst/>
          </a:prstGeom>
          <a:noFill/>
          <a:ln>
            <a:noFill/>
          </a:ln>
        </p:spPr>
        <p:txBody>
          <a:bodyPr/>
          <a:lstStyle/>
          <a:p>
            <a:endParaRPr lang="de-DE"/>
          </a:p>
        </p:txBody>
      </p:sp>
      <p:sp>
        <p:nvSpPr>
          <p:cNvPr id="145" name="Google Shape;145;p15"/>
          <p:cNvSpPr>
            <a:spLocks noGrp="1"/>
          </p:cNvSpPr>
          <p:nvPr>
            <p:ph type="pic" idx="17"/>
          </p:nvPr>
        </p:nvSpPr>
        <p:spPr>
          <a:xfrm>
            <a:off x="6006442" y="4117514"/>
            <a:ext cx="1456500" cy="875400"/>
          </a:xfrm>
          <a:prstGeom prst="rect">
            <a:avLst/>
          </a:prstGeom>
          <a:noFill/>
          <a:ln>
            <a:noFill/>
          </a:ln>
        </p:spPr>
        <p:txBody>
          <a:bodyPr/>
          <a:lstStyle/>
          <a:p>
            <a:endParaRPr lang="de-DE"/>
          </a:p>
        </p:txBody>
      </p:sp>
      <p:sp>
        <p:nvSpPr>
          <p:cNvPr id="146" name="Google Shape;146;p15"/>
          <p:cNvSpPr>
            <a:spLocks noGrp="1"/>
          </p:cNvSpPr>
          <p:nvPr>
            <p:ph type="pic" idx="18"/>
          </p:nvPr>
        </p:nvSpPr>
        <p:spPr>
          <a:xfrm>
            <a:off x="7562471" y="4117514"/>
            <a:ext cx="1456500" cy="875400"/>
          </a:xfrm>
          <a:prstGeom prst="rect">
            <a:avLst/>
          </a:prstGeom>
          <a:noFill/>
          <a:ln>
            <a:noFill/>
          </a:ln>
        </p:spPr>
        <p:txBody>
          <a:bodyPr/>
          <a:lstStyle/>
          <a:p>
            <a:endParaRPr lang="de-DE"/>
          </a:p>
        </p:txBody>
      </p:sp>
      <p:sp>
        <p:nvSpPr>
          <p:cNvPr id="147" name="Google Shape;147;p15"/>
          <p:cNvSpPr txBox="1">
            <a:spLocks noGrp="1"/>
          </p:cNvSpPr>
          <p:nvPr>
            <p:ph type="body" idx="1"/>
          </p:nvPr>
        </p:nvSpPr>
        <p:spPr>
          <a:xfrm>
            <a:off x="1758450" y="2884550"/>
            <a:ext cx="2482800" cy="22290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SzPts val="900"/>
              <a:buChar char="●"/>
              <a:defRPr sz="900"/>
            </a:lvl1pPr>
            <a:lvl2pPr marL="914400" lvl="1" indent="-285750">
              <a:spcBef>
                <a:spcPts val="0"/>
              </a:spcBef>
              <a:spcAft>
                <a:spcPts val="0"/>
              </a:spcAft>
              <a:buSzPts val="900"/>
              <a:buChar char="○"/>
              <a:defRPr sz="900"/>
            </a:lvl2pPr>
            <a:lvl3pPr marL="1371600" lvl="2" indent="-285750">
              <a:spcBef>
                <a:spcPts val="0"/>
              </a:spcBef>
              <a:spcAft>
                <a:spcPts val="0"/>
              </a:spcAft>
              <a:buSzPts val="900"/>
              <a:buChar char="■"/>
              <a:defRPr sz="900"/>
            </a:lvl3pPr>
            <a:lvl4pPr marL="1828800" lvl="3" indent="-285750">
              <a:spcBef>
                <a:spcPts val="0"/>
              </a:spcBef>
              <a:spcAft>
                <a:spcPts val="0"/>
              </a:spcAft>
              <a:buSzPts val="900"/>
              <a:buChar char="●"/>
              <a:defRPr sz="900"/>
            </a:lvl4pPr>
            <a:lvl5pPr marL="2286000" lvl="4" indent="-285750">
              <a:spcBef>
                <a:spcPts val="0"/>
              </a:spcBef>
              <a:spcAft>
                <a:spcPts val="0"/>
              </a:spcAft>
              <a:buSzPts val="900"/>
              <a:buChar char="○"/>
              <a:defRPr sz="900"/>
            </a:lvl5pPr>
            <a:lvl6pPr marL="2743200" lvl="5" indent="-285750">
              <a:spcBef>
                <a:spcPts val="0"/>
              </a:spcBef>
              <a:spcAft>
                <a:spcPts val="0"/>
              </a:spcAft>
              <a:buSzPts val="900"/>
              <a:buChar char="■"/>
              <a:defRPr sz="900"/>
            </a:lvl6pPr>
            <a:lvl7pPr marL="3200400" lvl="6" indent="-285750">
              <a:spcBef>
                <a:spcPts val="0"/>
              </a:spcBef>
              <a:spcAft>
                <a:spcPts val="0"/>
              </a:spcAft>
              <a:buSzPts val="900"/>
              <a:buChar char="●"/>
              <a:defRPr sz="900"/>
            </a:lvl7pPr>
            <a:lvl8pPr marL="3657600" lvl="7" indent="-285750">
              <a:spcBef>
                <a:spcPts val="0"/>
              </a:spcBef>
              <a:spcAft>
                <a:spcPts val="0"/>
              </a:spcAft>
              <a:buSzPts val="900"/>
              <a:buChar char="○"/>
              <a:defRPr sz="900"/>
            </a:lvl8pPr>
            <a:lvl9pPr marL="4114800" lvl="8" indent="-285750">
              <a:spcBef>
                <a:spcPts val="0"/>
              </a:spcBef>
              <a:spcAft>
                <a:spcPts val="0"/>
              </a:spcAft>
              <a:buSzPts val="900"/>
              <a:buChar char="■"/>
              <a:defRPr sz="900"/>
            </a:lvl9pPr>
          </a:lstStyle>
          <a:p>
            <a:endParaRPr/>
          </a:p>
        </p:txBody>
      </p:sp>
      <p:sp>
        <p:nvSpPr>
          <p:cNvPr id="148" name="Google Shape;148;p15"/>
          <p:cNvSpPr txBox="1">
            <a:spLocks noGrp="1"/>
          </p:cNvSpPr>
          <p:nvPr>
            <p:ph type="body" idx="19"/>
          </p:nvPr>
        </p:nvSpPr>
        <p:spPr>
          <a:xfrm>
            <a:off x="4397802" y="11483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49" name="Google Shape;149;p15"/>
          <p:cNvSpPr>
            <a:spLocks noGrp="1"/>
          </p:cNvSpPr>
          <p:nvPr>
            <p:ph type="pic" idx="20"/>
          </p:nvPr>
        </p:nvSpPr>
        <p:spPr>
          <a:xfrm>
            <a:off x="1897775" y="157275"/>
            <a:ext cx="2284500" cy="1874400"/>
          </a:xfrm>
          <a:prstGeom prst="rect">
            <a:avLst/>
          </a:prstGeom>
          <a:noFill/>
          <a:ln>
            <a:noFill/>
          </a:ln>
        </p:spPr>
        <p:txBody>
          <a:bodyPr/>
          <a:lstStyle/>
          <a:p>
            <a:endParaRPr lang="de-DE"/>
          </a:p>
        </p:txBody>
      </p:sp>
      <p:sp>
        <p:nvSpPr>
          <p:cNvPr id="150" name="Google Shape;150;p15"/>
          <p:cNvSpPr txBox="1">
            <a:spLocks noGrp="1"/>
          </p:cNvSpPr>
          <p:nvPr>
            <p:ph type="body" idx="21"/>
          </p:nvPr>
        </p:nvSpPr>
        <p:spPr>
          <a:xfrm>
            <a:off x="1857802" y="11483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1" name="Google Shape;151;p15"/>
          <p:cNvSpPr txBox="1">
            <a:spLocks noGrp="1"/>
          </p:cNvSpPr>
          <p:nvPr>
            <p:ph type="body" idx="22"/>
          </p:nvPr>
        </p:nvSpPr>
        <p:spPr>
          <a:xfrm>
            <a:off x="5955902" y="11483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2" name="Google Shape;152;p15"/>
          <p:cNvSpPr txBox="1">
            <a:spLocks noGrp="1"/>
          </p:cNvSpPr>
          <p:nvPr>
            <p:ph type="body" idx="23"/>
          </p:nvPr>
        </p:nvSpPr>
        <p:spPr>
          <a:xfrm>
            <a:off x="4397802" y="1102607"/>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3" name="Google Shape;153;p15"/>
          <p:cNvSpPr txBox="1">
            <a:spLocks noGrp="1"/>
          </p:cNvSpPr>
          <p:nvPr>
            <p:ph type="body" idx="24"/>
          </p:nvPr>
        </p:nvSpPr>
        <p:spPr>
          <a:xfrm>
            <a:off x="5955902" y="1102607"/>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4" name="Google Shape;154;p15"/>
          <p:cNvSpPr txBox="1">
            <a:spLocks noGrp="1"/>
          </p:cNvSpPr>
          <p:nvPr>
            <p:ph type="body" idx="25"/>
          </p:nvPr>
        </p:nvSpPr>
        <p:spPr>
          <a:xfrm>
            <a:off x="7514002" y="1102607"/>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5" name="Google Shape;155;p15"/>
          <p:cNvSpPr txBox="1">
            <a:spLocks noGrp="1"/>
          </p:cNvSpPr>
          <p:nvPr>
            <p:ph type="body" idx="26"/>
          </p:nvPr>
        </p:nvSpPr>
        <p:spPr>
          <a:xfrm>
            <a:off x="4397802" y="209626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6" name="Google Shape;156;p15"/>
          <p:cNvSpPr txBox="1">
            <a:spLocks noGrp="1"/>
          </p:cNvSpPr>
          <p:nvPr>
            <p:ph type="body" idx="27"/>
          </p:nvPr>
        </p:nvSpPr>
        <p:spPr>
          <a:xfrm>
            <a:off x="5955902" y="209626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7" name="Google Shape;157;p15"/>
          <p:cNvSpPr txBox="1">
            <a:spLocks noGrp="1"/>
          </p:cNvSpPr>
          <p:nvPr>
            <p:ph type="body" idx="28"/>
          </p:nvPr>
        </p:nvSpPr>
        <p:spPr>
          <a:xfrm>
            <a:off x="7514002" y="209626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8" name="Google Shape;158;p15"/>
          <p:cNvSpPr txBox="1">
            <a:spLocks noGrp="1"/>
          </p:cNvSpPr>
          <p:nvPr>
            <p:ph type="body" idx="29"/>
          </p:nvPr>
        </p:nvSpPr>
        <p:spPr>
          <a:xfrm>
            <a:off x="4397802" y="308991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59" name="Google Shape;159;p15"/>
          <p:cNvSpPr txBox="1">
            <a:spLocks noGrp="1"/>
          </p:cNvSpPr>
          <p:nvPr>
            <p:ph type="body" idx="30"/>
          </p:nvPr>
        </p:nvSpPr>
        <p:spPr>
          <a:xfrm>
            <a:off x="5955902" y="308991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60" name="Google Shape;160;p15"/>
          <p:cNvSpPr txBox="1">
            <a:spLocks noGrp="1"/>
          </p:cNvSpPr>
          <p:nvPr>
            <p:ph type="body" idx="31"/>
          </p:nvPr>
        </p:nvSpPr>
        <p:spPr>
          <a:xfrm>
            <a:off x="7514002" y="308991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61" name="Google Shape;161;p15"/>
          <p:cNvSpPr txBox="1">
            <a:spLocks noGrp="1"/>
          </p:cNvSpPr>
          <p:nvPr>
            <p:ph type="body" idx="32"/>
          </p:nvPr>
        </p:nvSpPr>
        <p:spPr>
          <a:xfrm>
            <a:off x="4397802" y="4065923"/>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62" name="Google Shape;162;p15"/>
          <p:cNvSpPr txBox="1">
            <a:spLocks noGrp="1"/>
          </p:cNvSpPr>
          <p:nvPr>
            <p:ph type="body" idx="33"/>
          </p:nvPr>
        </p:nvSpPr>
        <p:spPr>
          <a:xfrm>
            <a:off x="5955902" y="4065923"/>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63" name="Google Shape;163;p15"/>
          <p:cNvSpPr txBox="1">
            <a:spLocks noGrp="1"/>
          </p:cNvSpPr>
          <p:nvPr>
            <p:ph type="body" idx="34"/>
          </p:nvPr>
        </p:nvSpPr>
        <p:spPr>
          <a:xfrm>
            <a:off x="7514002" y="4065923"/>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64" name="Google Shape;164;p15"/>
          <p:cNvSpPr>
            <a:spLocks noGrp="1"/>
          </p:cNvSpPr>
          <p:nvPr>
            <p:ph type="pic" idx="35"/>
          </p:nvPr>
        </p:nvSpPr>
        <p:spPr>
          <a:xfrm>
            <a:off x="7562471" y="165475"/>
            <a:ext cx="1456500" cy="875400"/>
          </a:xfrm>
          <a:prstGeom prst="rect">
            <a:avLst/>
          </a:prstGeom>
          <a:noFill/>
          <a:ln>
            <a:noFill/>
          </a:ln>
        </p:spPr>
        <p:txBody>
          <a:bodyPr/>
          <a:lstStyle/>
          <a:p>
            <a:endParaRPr lang="de-DE"/>
          </a:p>
        </p:txBody>
      </p:sp>
      <p:sp>
        <p:nvSpPr>
          <p:cNvPr id="165" name="Google Shape;165;p15"/>
          <p:cNvSpPr txBox="1">
            <a:spLocks noGrp="1"/>
          </p:cNvSpPr>
          <p:nvPr>
            <p:ph type="body" idx="36"/>
          </p:nvPr>
        </p:nvSpPr>
        <p:spPr>
          <a:xfrm>
            <a:off x="7514002" y="114832"/>
            <a:ext cx="427800" cy="3603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66" name="Google Shape;166;p15"/>
          <p:cNvSpPr txBox="1">
            <a:spLocks noGrp="1"/>
          </p:cNvSpPr>
          <p:nvPr>
            <p:ph type="body" idx="37"/>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cxnSp>
        <p:nvCxnSpPr>
          <p:cNvPr id="167" name="Google Shape;167;p15"/>
          <p:cNvCxnSpPr/>
          <p:nvPr/>
        </p:nvCxnSpPr>
        <p:spPr>
          <a:xfrm rot="10800000">
            <a:off x="17312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168" name="Google Shape;168;p15"/>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169" name="Google Shape;169;p15"/>
          <p:cNvSpPr txBox="1">
            <a:spLocks noGrp="1"/>
          </p:cNvSpPr>
          <p:nvPr>
            <p:ph type="body" idx="38"/>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extLst>
    <p:ext uri="{DCECCB84-F9BA-43D5-87BE-67443E8EF086}">
      <p15:sldGuideLst xmlns:p15="http://schemas.microsoft.com/office/powerpoint/2012/main">
        <p15:guide id="1" pos="144">
          <p15:clr>
            <a:srgbClr val="E46962"/>
          </p15:clr>
        </p15:guide>
        <p15:guide id="2" pos="734">
          <p15:clr>
            <a:srgbClr val="E46962"/>
          </p15:clr>
        </p15:guide>
        <p15:guide id="3" pos="835">
          <p15:clr>
            <a:srgbClr val="E46962"/>
          </p15:clr>
        </p15:guide>
        <p15:guide id="4" pos="1434">
          <p15:clr>
            <a:srgbClr val="E46962"/>
          </p15:clr>
        </p15:guide>
        <p15:guide id="5" pos="1538">
          <p15:clr>
            <a:srgbClr val="E46962"/>
          </p15:clr>
        </p15:guide>
        <p15:guide id="6" pos="2128">
          <p15:clr>
            <a:srgbClr val="E46962"/>
          </p15:clr>
        </p15:guide>
        <p15:guide id="7" pos="2235">
          <p15:clr>
            <a:srgbClr val="E46962"/>
          </p15:clr>
        </p15:guide>
        <p15:guide id="8" pos="2831">
          <p15:clr>
            <a:srgbClr val="E46962"/>
          </p15:clr>
        </p15:guide>
        <p15:guide id="9" pos="2935">
          <p15:clr>
            <a:srgbClr val="E46962"/>
          </p15:clr>
        </p15:guide>
        <p15:guide id="10" pos="3528">
          <p15:clr>
            <a:srgbClr val="E46962"/>
          </p15:clr>
        </p15:guide>
        <p15:guide id="11" pos="3632">
          <p15:clr>
            <a:srgbClr val="E46962"/>
          </p15:clr>
        </p15:guide>
        <p15:guide id="12" pos="4222">
          <p15:clr>
            <a:srgbClr val="E46962"/>
          </p15:clr>
        </p15:guide>
        <p15:guide id="13" pos="4329">
          <p15:clr>
            <a:srgbClr val="E46962"/>
          </p15:clr>
        </p15:guide>
        <p15:guide id="14" pos="4922">
          <p15:clr>
            <a:srgbClr val="E46962"/>
          </p15:clr>
        </p15:guide>
        <p15:guide id="15" pos="5026">
          <p15:clr>
            <a:srgbClr val="E46962"/>
          </p15:clr>
        </p15:guide>
        <p15:guide id="16" pos="5619">
          <p15:clr>
            <a:srgbClr val="E46962"/>
          </p15:clr>
        </p15:guide>
        <p15:guide id="17" orient="horz" pos="144">
          <p15:clr>
            <a:srgbClr val="E46962"/>
          </p15:clr>
        </p15:guide>
        <p15:guide id="18" orient="horz" pos="325">
          <p15:clr>
            <a:srgbClr val="E46962"/>
          </p15:clr>
        </p15:guide>
        <p15:guide id="19" orient="horz" pos="516">
          <p15:clr>
            <a:srgbClr val="E46962"/>
          </p15:clr>
        </p15:guide>
        <p15:guide id="20" orient="horz" pos="884">
          <p15:clr>
            <a:srgbClr val="E46962"/>
          </p15:clr>
        </p15:guide>
        <p15:guide id="21" orient="horz" pos="1250">
          <p15:clr>
            <a:srgbClr val="E46962"/>
          </p15:clr>
        </p15:guide>
        <p15:guide id="22" orient="horz" pos="1620">
          <p15:clr>
            <a:srgbClr val="E46962"/>
          </p15:clr>
        </p15:guide>
        <p15:guide id="23" orient="horz" pos="3096">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dea thoughts and notes">
  <p:cSld name="TITLE_AND_BODY_3">
    <p:spTree>
      <p:nvGrpSpPr>
        <p:cNvPr id="1" name="Shape 170"/>
        <p:cNvGrpSpPr/>
        <p:nvPr/>
      </p:nvGrpSpPr>
      <p:grpSpPr>
        <a:xfrm>
          <a:off x="0" y="0"/>
          <a:ext cx="0" cy="0"/>
          <a:chOff x="0" y="0"/>
          <a:chExt cx="0" cy="0"/>
        </a:xfrm>
      </p:grpSpPr>
      <p:cxnSp>
        <p:nvCxnSpPr>
          <p:cNvPr id="171" name="Google Shape;171;p16"/>
          <p:cNvCxnSpPr/>
          <p:nvPr/>
        </p:nvCxnSpPr>
        <p:spPr>
          <a:xfrm rot="10800000">
            <a:off x="1746313"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172" name="Google Shape;172;p16"/>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173" name="Google Shape;173;p16"/>
          <p:cNvSpPr txBox="1">
            <a:spLocks noGrp="1"/>
          </p:cNvSpPr>
          <p:nvPr>
            <p:ph type="body" idx="1"/>
          </p:nvPr>
        </p:nvSpPr>
        <p:spPr>
          <a:xfrm>
            <a:off x="4421025" y="830987"/>
            <a:ext cx="4460400" cy="1030200"/>
          </a:xfrm>
          <a:prstGeom prst="rect">
            <a:avLst/>
          </a:prstGeom>
        </p:spPr>
        <p:txBody>
          <a:bodyPr spcFirstLastPara="1" wrap="square" lIns="91425" tIns="91425" rIns="91425" bIns="91425" anchor="t" anchorCtr="0">
            <a:noAutofit/>
          </a:bodyPr>
          <a:lstStyle>
            <a:lvl1pPr marL="457200" lvl="0" indent="-311150">
              <a:lnSpc>
                <a:spcPct val="90000"/>
              </a:lnSpc>
              <a:spcBef>
                <a:spcPts val="0"/>
              </a:spcBef>
              <a:spcAft>
                <a:spcPts val="0"/>
              </a:spcAft>
              <a:buClr>
                <a:schemeClr val="dk1"/>
              </a:buClr>
              <a:buSzPts val="1300"/>
              <a:buChar char="●"/>
              <a:defRPr/>
            </a:lvl1pPr>
            <a:lvl2pPr marL="914400" lvl="1" indent="-311150">
              <a:lnSpc>
                <a:spcPct val="90000"/>
              </a:lnSpc>
              <a:spcBef>
                <a:spcPts val="0"/>
              </a:spcBef>
              <a:spcAft>
                <a:spcPts val="0"/>
              </a:spcAft>
              <a:buClr>
                <a:schemeClr val="dk1"/>
              </a:buClr>
              <a:buSzPts val="1300"/>
              <a:buChar char="○"/>
              <a:defRPr/>
            </a:lvl2pPr>
            <a:lvl3pPr marL="1371600" lvl="2" indent="-311150">
              <a:lnSpc>
                <a:spcPct val="90000"/>
              </a:lnSpc>
              <a:spcBef>
                <a:spcPts val="0"/>
              </a:spcBef>
              <a:spcAft>
                <a:spcPts val="0"/>
              </a:spcAft>
              <a:buClr>
                <a:schemeClr val="dk1"/>
              </a:buClr>
              <a:buSzPts val="1300"/>
              <a:buChar char="■"/>
              <a:defRPr/>
            </a:lvl3pPr>
            <a:lvl4pPr marL="1828800" lvl="3" indent="-311150">
              <a:lnSpc>
                <a:spcPct val="90000"/>
              </a:lnSpc>
              <a:spcBef>
                <a:spcPts val="0"/>
              </a:spcBef>
              <a:spcAft>
                <a:spcPts val="0"/>
              </a:spcAft>
              <a:buClr>
                <a:schemeClr val="dk1"/>
              </a:buClr>
              <a:buSzPts val="1300"/>
              <a:buChar char="●"/>
              <a:defRPr/>
            </a:lvl4pPr>
            <a:lvl5pPr marL="2286000" lvl="4" indent="-311150">
              <a:lnSpc>
                <a:spcPct val="90000"/>
              </a:lnSpc>
              <a:spcBef>
                <a:spcPts val="0"/>
              </a:spcBef>
              <a:spcAft>
                <a:spcPts val="0"/>
              </a:spcAft>
              <a:buClr>
                <a:schemeClr val="dk1"/>
              </a:buClr>
              <a:buSzPts val="1300"/>
              <a:buChar char="○"/>
              <a:defRPr/>
            </a:lvl5pPr>
            <a:lvl6pPr marL="2743200" lvl="5" indent="-311150">
              <a:lnSpc>
                <a:spcPct val="90000"/>
              </a:lnSpc>
              <a:spcBef>
                <a:spcPts val="0"/>
              </a:spcBef>
              <a:spcAft>
                <a:spcPts val="0"/>
              </a:spcAft>
              <a:buClr>
                <a:schemeClr val="dk1"/>
              </a:buClr>
              <a:buSzPts val="1300"/>
              <a:buChar char="■"/>
              <a:defRPr/>
            </a:lvl6pPr>
            <a:lvl7pPr marL="3200400" lvl="6" indent="-311150">
              <a:lnSpc>
                <a:spcPct val="90000"/>
              </a:lnSpc>
              <a:spcBef>
                <a:spcPts val="0"/>
              </a:spcBef>
              <a:spcAft>
                <a:spcPts val="0"/>
              </a:spcAft>
              <a:buClr>
                <a:schemeClr val="dk1"/>
              </a:buClr>
              <a:buSzPts val="1300"/>
              <a:buChar char="●"/>
              <a:defRPr/>
            </a:lvl7pPr>
            <a:lvl8pPr marL="3657600" lvl="7" indent="-311150">
              <a:lnSpc>
                <a:spcPct val="90000"/>
              </a:lnSpc>
              <a:spcBef>
                <a:spcPts val="0"/>
              </a:spcBef>
              <a:spcAft>
                <a:spcPts val="0"/>
              </a:spcAft>
              <a:buClr>
                <a:schemeClr val="dk1"/>
              </a:buClr>
              <a:buSzPts val="1300"/>
              <a:buChar char="○"/>
              <a:defRPr/>
            </a:lvl8pPr>
            <a:lvl9pPr marL="4114800" lvl="8" indent="-311150">
              <a:lnSpc>
                <a:spcPct val="90000"/>
              </a:lnSpc>
              <a:spcBef>
                <a:spcPts val="0"/>
              </a:spcBef>
              <a:spcAft>
                <a:spcPts val="0"/>
              </a:spcAft>
              <a:buClr>
                <a:schemeClr val="dk1"/>
              </a:buClr>
              <a:buSzPts val="1300"/>
              <a:buChar char="■"/>
              <a:defRPr/>
            </a:lvl9pPr>
          </a:lstStyle>
          <a:p>
            <a:endParaRPr/>
          </a:p>
        </p:txBody>
      </p:sp>
      <p:sp>
        <p:nvSpPr>
          <p:cNvPr id="174" name="Google Shape;174;p16"/>
          <p:cNvSpPr txBox="1">
            <a:spLocks noGrp="1"/>
          </p:cNvSpPr>
          <p:nvPr>
            <p:ph type="subTitle" idx="2"/>
          </p:nvPr>
        </p:nvSpPr>
        <p:spPr>
          <a:xfrm>
            <a:off x="1851425" y="858175"/>
            <a:ext cx="1928400" cy="9468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a:endParaRPr/>
          </a:p>
        </p:txBody>
      </p:sp>
      <p:sp>
        <p:nvSpPr>
          <p:cNvPr id="175" name="Google Shape;175;p16"/>
          <p:cNvSpPr txBox="1">
            <a:spLocks noGrp="1"/>
          </p:cNvSpPr>
          <p:nvPr>
            <p:ph type="subTitle" idx="3"/>
          </p:nvPr>
        </p:nvSpPr>
        <p:spPr>
          <a:xfrm>
            <a:off x="1851425" y="2219100"/>
            <a:ext cx="1928400" cy="9468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a:endParaRPr/>
          </a:p>
        </p:txBody>
      </p:sp>
      <p:sp>
        <p:nvSpPr>
          <p:cNvPr id="176" name="Google Shape;176;p16"/>
          <p:cNvSpPr txBox="1">
            <a:spLocks noGrp="1"/>
          </p:cNvSpPr>
          <p:nvPr>
            <p:ph type="subTitle" idx="4"/>
          </p:nvPr>
        </p:nvSpPr>
        <p:spPr>
          <a:xfrm>
            <a:off x="1851425" y="3565600"/>
            <a:ext cx="1928400" cy="9468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a:endParaRPr/>
          </a:p>
        </p:txBody>
      </p:sp>
      <p:sp>
        <p:nvSpPr>
          <p:cNvPr id="177" name="Google Shape;177;p16"/>
          <p:cNvSpPr txBox="1">
            <a:spLocks noGrp="1"/>
          </p:cNvSpPr>
          <p:nvPr>
            <p:ph type="body" idx="5"/>
          </p:nvPr>
        </p:nvSpPr>
        <p:spPr>
          <a:xfrm>
            <a:off x="4421025" y="2204687"/>
            <a:ext cx="4460400" cy="1030200"/>
          </a:xfrm>
          <a:prstGeom prst="rect">
            <a:avLst/>
          </a:prstGeom>
        </p:spPr>
        <p:txBody>
          <a:bodyPr spcFirstLastPara="1" wrap="square" lIns="91425" tIns="91425" rIns="91425" bIns="91425" anchor="t" anchorCtr="0">
            <a:noAutofit/>
          </a:bodyPr>
          <a:lstStyle>
            <a:lvl1pPr marL="457200" lvl="0" indent="-311150">
              <a:lnSpc>
                <a:spcPct val="90000"/>
              </a:lnSpc>
              <a:spcBef>
                <a:spcPts val="0"/>
              </a:spcBef>
              <a:spcAft>
                <a:spcPts val="0"/>
              </a:spcAft>
              <a:buClr>
                <a:schemeClr val="dk1"/>
              </a:buClr>
              <a:buSzPts val="1300"/>
              <a:buChar char="●"/>
              <a:defRPr/>
            </a:lvl1pPr>
            <a:lvl2pPr marL="914400" lvl="1" indent="-311150">
              <a:lnSpc>
                <a:spcPct val="90000"/>
              </a:lnSpc>
              <a:spcBef>
                <a:spcPts val="0"/>
              </a:spcBef>
              <a:spcAft>
                <a:spcPts val="0"/>
              </a:spcAft>
              <a:buClr>
                <a:schemeClr val="dk1"/>
              </a:buClr>
              <a:buSzPts val="1300"/>
              <a:buChar char="○"/>
              <a:defRPr/>
            </a:lvl2pPr>
            <a:lvl3pPr marL="1371600" lvl="2" indent="-311150">
              <a:lnSpc>
                <a:spcPct val="90000"/>
              </a:lnSpc>
              <a:spcBef>
                <a:spcPts val="0"/>
              </a:spcBef>
              <a:spcAft>
                <a:spcPts val="0"/>
              </a:spcAft>
              <a:buClr>
                <a:schemeClr val="dk1"/>
              </a:buClr>
              <a:buSzPts val="1300"/>
              <a:buChar char="■"/>
              <a:defRPr/>
            </a:lvl3pPr>
            <a:lvl4pPr marL="1828800" lvl="3" indent="-311150">
              <a:lnSpc>
                <a:spcPct val="90000"/>
              </a:lnSpc>
              <a:spcBef>
                <a:spcPts val="0"/>
              </a:spcBef>
              <a:spcAft>
                <a:spcPts val="0"/>
              </a:spcAft>
              <a:buClr>
                <a:schemeClr val="dk1"/>
              </a:buClr>
              <a:buSzPts val="1300"/>
              <a:buChar char="●"/>
              <a:defRPr/>
            </a:lvl4pPr>
            <a:lvl5pPr marL="2286000" lvl="4" indent="-311150">
              <a:lnSpc>
                <a:spcPct val="90000"/>
              </a:lnSpc>
              <a:spcBef>
                <a:spcPts val="0"/>
              </a:spcBef>
              <a:spcAft>
                <a:spcPts val="0"/>
              </a:spcAft>
              <a:buClr>
                <a:schemeClr val="dk1"/>
              </a:buClr>
              <a:buSzPts val="1300"/>
              <a:buChar char="○"/>
              <a:defRPr/>
            </a:lvl5pPr>
            <a:lvl6pPr marL="2743200" lvl="5" indent="-311150">
              <a:lnSpc>
                <a:spcPct val="90000"/>
              </a:lnSpc>
              <a:spcBef>
                <a:spcPts val="0"/>
              </a:spcBef>
              <a:spcAft>
                <a:spcPts val="0"/>
              </a:spcAft>
              <a:buClr>
                <a:schemeClr val="dk1"/>
              </a:buClr>
              <a:buSzPts val="1300"/>
              <a:buChar char="■"/>
              <a:defRPr/>
            </a:lvl6pPr>
            <a:lvl7pPr marL="3200400" lvl="6" indent="-311150">
              <a:lnSpc>
                <a:spcPct val="90000"/>
              </a:lnSpc>
              <a:spcBef>
                <a:spcPts val="0"/>
              </a:spcBef>
              <a:spcAft>
                <a:spcPts val="0"/>
              </a:spcAft>
              <a:buClr>
                <a:schemeClr val="dk1"/>
              </a:buClr>
              <a:buSzPts val="1300"/>
              <a:buChar char="●"/>
              <a:defRPr/>
            </a:lvl7pPr>
            <a:lvl8pPr marL="3657600" lvl="7" indent="-311150">
              <a:lnSpc>
                <a:spcPct val="90000"/>
              </a:lnSpc>
              <a:spcBef>
                <a:spcPts val="0"/>
              </a:spcBef>
              <a:spcAft>
                <a:spcPts val="0"/>
              </a:spcAft>
              <a:buClr>
                <a:schemeClr val="dk1"/>
              </a:buClr>
              <a:buSzPts val="1300"/>
              <a:buChar char="○"/>
              <a:defRPr/>
            </a:lvl8pPr>
            <a:lvl9pPr marL="4114800" lvl="8" indent="-311150">
              <a:lnSpc>
                <a:spcPct val="90000"/>
              </a:lnSpc>
              <a:spcBef>
                <a:spcPts val="0"/>
              </a:spcBef>
              <a:spcAft>
                <a:spcPts val="0"/>
              </a:spcAft>
              <a:buClr>
                <a:schemeClr val="dk1"/>
              </a:buClr>
              <a:buSzPts val="1300"/>
              <a:buChar char="■"/>
              <a:defRPr/>
            </a:lvl9pPr>
          </a:lstStyle>
          <a:p>
            <a:endParaRPr/>
          </a:p>
        </p:txBody>
      </p:sp>
      <p:sp>
        <p:nvSpPr>
          <p:cNvPr id="178" name="Google Shape;178;p16"/>
          <p:cNvSpPr txBox="1">
            <a:spLocks noGrp="1"/>
          </p:cNvSpPr>
          <p:nvPr>
            <p:ph type="body" idx="6"/>
          </p:nvPr>
        </p:nvSpPr>
        <p:spPr>
          <a:xfrm>
            <a:off x="4421025" y="3523812"/>
            <a:ext cx="4460400" cy="1030200"/>
          </a:xfrm>
          <a:prstGeom prst="rect">
            <a:avLst/>
          </a:prstGeom>
        </p:spPr>
        <p:txBody>
          <a:bodyPr spcFirstLastPara="1" wrap="square" lIns="91425" tIns="91425" rIns="91425" bIns="91425" anchor="t" anchorCtr="0">
            <a:noAutofit/>
          </a:bodyPr>
          <a:lstStyle>
            <a:lvl1pPr marL="457200" lvl="0" indent="-311150">
              <a:lnSpc>
                <a:spcPct val="90000"/>
              </a:lnSpc>
              <a:spcBef>
                <a:spcPts val="0"/>
              </a:spcBef>
              <a:spcAft>
                <a:spcPts val="0"/>
              </a:spcAft>
              <a:buClr>
                <a:schemeClr val="dk1"/>
              </a:buClr>
              <a:buSzPts val="1300"/>
              <a:buChar char="●"/>
              <a:defRPr/>
            </a:lvl1pPr>
            <a:lvl2pPr marL="914400" lvl="1" indent="-311150">
              <a:lnSpc>
                <a:spcPct val="90000"/>
              </a:lnSpc>
              <a:spcBef>
                <a:spcPts val="0"/>
              </a:spcBef>
              <a:spcAft>
                <a:spcPts val="0"/>
              </a:spcAft>
              <a:buClr>
                <a:schemeClr val="dk1"/>
              </a:buClr>
              <a:buSzPts val="1300"/>
              <a:buChar char="○"/>
              <a:defRPr/>
            </a:lvl2pPr>
            <a:lvl3pPr marL="1371600" lvl="2" indent="-311150">
              <a:lnSpc>
                <a:spcPct val="90000"/>
              </a:lnSpc>
              <a:spcBef>
                <a:spcPts val="0"/>
              </a:spcBef>
              <a:spcAft>
                <a:spcPts val="0"/>
              </a:spcAft>
              <a:buClr>
                <a:schemeClr val="dk1"/>
              </a:buClr>
              <a:buSzPts val="1300"/>
              <a:buChar char="■"/>
              <a:defRPr/>
            </a:lvl3pPr>
            <a:lvl4pPr marL="1828800" lvl="3" indent="-311150">
              <a:lnSpc>
                <a:spcPct val="90000"/>
              </a:lnSpc>
              <a:spcBef>
                <a:spcPts val="0"/>
              </a:spcBef>
              <a:spcAft>
                <a:spcPts val="0"/>
              </a:spcAft>
              <a:buClr>
                <a:schemeClr val="dk1"/>
              </a:buClr>
              <a:buSzPts val="1300"/>
              <a:buChar char="●"/>
              <a:defRPr/>
            </a:lvl4pPr>
            <a:lvl5pPr marL="2286000" lvl="4" indent="-311150">
              <a:lnSpc>
                <a:spcPct val="90000"/>
              </a:lnSpc>
              <a:spcBef>
                <a:spcPts val="0"/>
              </a:spcBef>
              <a:spcAft>
                <a:spcPts val="0"/>
              </a:spcAft>
              <a:buClr>
                <a:schemeClr val="dk1"/>
              </a:buClr>
              <a:buSzPts val="1300"/>
              <a:buChar char="○"/>
              <a:defRPr/>
            </a:lvl5pPr>
            <a:lvl6pPr marL="2743200" lvl="5" indent="-311150">
              <a:lnSpc>
                <a:spcPct val="90000"/>
              </a:lnSpc>
              <a:spcBef>
                <a:spcPts val="0"/>
              </a:spcBef>
              <a:spcAft>
                <a:spcPts val="0"/>
              </a:spcAft>
              <a:buClr>
                <a:schemeClr val="dk1"/>
              </a:buClr>
              <a:buSzPts val="1300"/>
              <a:buChar char="■"/>
              <a:defRPr/>
            </a:lvl6pPr>
            <a:lvl7pPr marL="3200400" lvl="6" indent="-311150">
              <a:lnSpc>
                <a:spcPct val="90000"/>
              </a:lnSpc>
              <a:spcBef>
                <a:spcPts val="0"/>
              </a:spcBef>
              <a:spcAft>
                <a:spcPts val="0"/>
              </a:spcAft>
              <a:buClr>
                <a:schemeClr val="dk1"/>
              </a:buClr>
              <a:buSzPts val="1300"/>
              <a:buChar char="●"/>
              <a:defRPr/>
            </a:lvl7pPr>
            <a:lvl8pPr marL="3657600" lvl="7" indent="-311150">
              <a:lnSpc>
                <a:spcPct val="90000"/>
              </a:lnSpc>
              <a:spcBef>
                <a:spcPts val="0"/>
              </a:spcBef>
              <a:spcAft>
                <a:spcPts val="0"/>
              </a:spcAft>
              <a:buClr>
                <a:schemeClr val="dk1"/>
              </a:buClr>
              <a:buSzPts val="1300"/>
              <a:buChar char="○"/>
              <a:defRPr/>
            </a:lvl8pPr>
            <a:lvl9pPr marL="4114800" lvl="8" indent="-311150">
              <a:lnSpc>
                <a:spcPct val="90000"/>
              </a:lnSpc>
              <a:spcBef>
                <a:spcPts val="0"/>
              </a:spcBef>
              <a:spcAft>
                <a:spcPts val="0"/>
              </a:spcAft>
              <a:buClr>
                <a:schemeClr val="dk1"/>
              </a:buClr>
              <a:buSzPts val="1300"/>
              <a:buChar char="■"/>
              <a:defRPr/>
            </a:lvl9pPr>
          </a:lstStyle>
          <a:p>
            <a:endParaRPr/>
          </a:p>
        </p:txBody>
      </p:sp>
      <p:sp>
        <p:nvSpPr>
          <p:cNvPr id="179" name="Google Shape;179;p16"/>
          <p:cNvSpPr txBox="1">
            <a:spLocks noGrp="1"/>
          </p:cNvSpPr>
          <p:nvPr>
            <p:ph type="body" idx="7"/>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180" name="Google Shape;180;p16"/>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81" name="Google Shape;181;p16"/>
          <p:cNvSpPr txBox="1">
            <a:spLocks noGrp="1"/>
          </p:cNvSpPr>
          <p:nvPr>
            <p:ph type="body" idx="8"/>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extLst>
    <p:ext uri="{DCECCB84-F9BA-43D5-87BE-67443E8EF086}">
      <p15:sldGuideLst xmlns:p15="http://schemas.microsoft.com/office/powerpoint/2012/main">
        <p15:guide id="1" orient="horz" pos="674">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dea thoughts and notes">
  <p:cSld name="TITLE_AND_BODY_1">
    <p:spTree>
      <p:nvGrpSpPr>
        <p:cNvPr id="1" name="Shape 182"/>
        <p:cNvGrpSpPr/>
        <p:nvPr/>
      </p:nvGrpSpPr>
      <p:grpSpPr>
        <a:xfrm>
          <a:off x="0" y="0"/>
          <a:ext cx="0" cy="0"/>
          <a:chOff x="0" y="0"/>
          <a:chExt cx="0" cy="0"/>
        </a:xfrm>
      </p:grpSpPr>
      <p:cxnSp>
        <p:nvCxnSpPr>
          <p:cNvPr id="183" name="Google Shape;183;p17"/>
          <p:cNvCxnSpPr/>
          <p:nvPr/>
        </p:nvCxnSpPr>
        <p:spPr>
          <a:xfrm rot="10800000">
            <a:off x="1746313"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184" name="Google Shape;184;p17"/>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185" name="Google Shape;185;p17"/>
          <p:cNvSpPr txBox="1">
            <a:spLocks noGrp="1"/>
          </p:cNvSpPr>
          <p:nvPr>
            <p:ph type="body" idx="1"/>
          </p:nvPr>
        </p:nvSpPr>
        <p:spPr>
          <a:xfrm>
            <a:off x="1816324" y="1248234"/>
            <a:ext cx="2428500" cy="1631100"/>
          </a:xfrm>
          <a:prstGeom prst="rect">
            <a:avLst/>
          </a:prstGeom>
        </p:spPr>
        <p:txBody>
          <a:bodyPr spcFirstLastPara="1" wrap="square" lIns="91425" tIns="91425" rIns="91425" bIns="91425" anchor="t" anchorCtr="0">
            <a:noAutofit/>
          </a:bodyPr>
          <a:lstStyle>
            <a:lvl1pPr marL="457200" lvl="0" indent="-311150">
              <a:lnSpc>
                <a:spcPct val="90000"/>
              </a:lnSpc>
              <a:spcBef>
                <a:spcPts val="0"/>
              </a:spcBef>
              <a:spcAft>
                <a:spcPts val="0"/>
              </a:spcAft>
              <a:buClr>
                <a:schemeClr val="dk1"/>
              </a:buClr>
              <a:buSzPts val="1300"/>
              <a:buChar char="●"/>
              <a:defRPr/>
            </a:lvl1pPr>
            <a:lvl2pPr marL="914400" lvl="1" indent="-311150">
              <a:lnSpc>
                <a:spcPct val="90000"/>
              </a:lnSpc>
              <a:spcBef>
                <a:spcPts val="0"/>
              </a:spcBef>
              <a:spcAft>
                <a:spcPts val="0"/>
              </a:spcAft>
              <a:buClr>
                <a:schemeClr val="dk1"/>
              </a:buClr>
              <a:buSzPts val="1300"/>
              <a:buChar char="○"/>
              <a:defRPr/>
            </a:lvl2pPr>
            <a:lvl3pPr marL="1371600" lvl="2" indent="-311150">
              <a:lnSpc>
                <a:spcPct val="90000"/>
              </a:lnSpc>
              <a:spcBef>
                <a:spcPts val="0"/>
              </a:spcBef>
              <a:spcAft>
                <a:spcPts val="0"/>
              </a:spcAft>
              <a:buClr>
                <a:schemeClr val="dk1"/>
              </a:buClr>
              <a:buSzPts val="1300"/>
              <a:buChar char="■"/>
              <a:defRPr/>
            </a:lvl3pPr>
            <a:lvl4pPr marL="1828800" lvl="3" indent="-311150">
              <a:lnSpc>
                <a:spcPct val="90000"/>
              </a:lnSpc>
              <a:spcBef>
                <a:spcPts val="0"/>
              </a:spcBef>
              <a:spcAft>
                <a:spcPts val="0"/>
              </a:spcAft>
              <a:buClr>
                <a:schemeClr val="dk1"/>
              </a:buClr>
              <a:buSzPts val="1300"/>
              <a:buChar char="●"/>
              <a:defRPr/>
            </a:lvl4pPr>
            <a:lvl5pPr marL="2286000" lvl="4" indent="-311150">
              <a:lnSpc>
                <a:spcPct val="90000"/>
              </a:lnSpc>
              <a:spcBef>
                <a:spcPts val="0"/>
              </a:spcBef>
              <a:spcAft>
                <a:spcPts val="0"/>
              </a:spcAft>
              <a:buClr>
                <a:schemeClr val="dk1"/>
              </a:buClr>
              <a:buSzPts val="1300"/>
              <a:buChar char="○"/>
              <a:defRPr/>
            </a:lvl5pPr>
            <a:lvl6pPr marL="2743200" lvl="5" indent="-311150">
              <a:lnSpc>
                <a:spcPct val="90000"/>
              </a:lnSpc>
              <a:spcBef>
                <a:spcPts val="0"/>
              </a:spcBef>
              <a:spcAft>
                <a:spcPts val="0"/>
              </a:spcAft>
              <a:buClr>
                <a:schemeClr val="dk1"/>
              </a:buClr>
              <a:buSzPts val="1300"/>
              <a:buChar char="■"/>
              <a:defRPr/>
            </a:lvl6pPr>
            <a:lvl7pPr marL="3200400" lvl="6" indent="-311150">
              <a:lnSpc>
                <a:spcPct val="90000"/>
              </a:lnSpc>
              <a:spcBef>
                <a:spcPts val="0"/>
              </a:spcBef>
              <a:spcAft>
                <a:spcPts val="0"/>
              </a:spcAft>
              <a:buClr>
                <a:schemeClr val="dk1"/>
              </a:buClr>
              <a:buSzPts val="1300"/>
              <a:buChar char="●"/>
              <a:defRPr/>
            </a:lvl7pPr>
            <a:lvl8pPr marL="3657600" lvl="7" indent="-311150">
              <a:lnSpc>
                <a:spcPct val="90000"/>
              </a:lnSpc>
              <a:spcBef>
                <a:spcPts val="0"/>
              </a:spcBef>
              <a:spcAft>
                <a:spcPts val="0"/>
              </a:spcAft>
              <a:buClr>
                <a:schemeClr val="dk1"/>
              </a:buClr>
              <a:buSzPts val="1300"/>
              <a:buChar char="○"/>
              <a:defRPr/>
            </a:lvl8pPr>
            <a:lvl9pPr marL="4114800" lvl="8" indent="-311150">
              <a:lnSpc>
                <a:spcPct val="90000"/>
              </a:lnSpc>
              <a:spcBef>
                <a:spcPts val="0"/>
              </a:spcBef>
              <a:spcAft>
                <a:spcPts val="0"/>
              </a:spcAft>
              <a:buClr>
                <a:schemeClr val="dk1"/>
              </a:buClr>
              <a:buSzPts val="1300"/>
              <a:buChar char="■"/>
              <a:defRPr/>
            </a:lvl9pPr>
          </a:lstStyle>
          <a:p>
            <a:endParaRPr/>
          </a:p>
        </p:txBody>
      </p:sp>
      <p:sp>
        <p:nvSpPr>
          <p:cNvPr id="186" name="Google Shape;186;p17"/>
          <p:cNvSpPr txBox="1">
            <a:spLocks noGrp="1"/>
          </p:cNvSpPr>
          <p:nvPr>
            <p:ph type="body" idx="2"/>
          </p:nvPr>
        </p:nvSpPr>
        <p:spPr>
          <a:xfrm>
            <a:off x="1816324" y="3474321"/>
            <a:ext cx="2428500" cy="1631100"/>
          </a:xfrm>
          <a:prstGeom prst="rect">
            <a:avLst/>
          </a:prstGeom>
        </p:spPr>
        <p:txBody>
          <a:bodyPr spcFirstLastPara="1" wrap="square" lIns="91425" tIns="91425" rIns="91425" bIns="91425" anchor="t" anchorCtr="0">
            <a:noAutofit/>
          </a:bodyPr>
          <a:lstStyle>
            <a:lvl1pPr marL="457200" lvl="0" indent="-311150">
              <a:lnSpc>
                <a:spcPct val="90000"/>
              </a:lnSpc>
              <a:spcBef>
                <a:spcPts val="0"/>
              </a:spcBef>
              <a:spcAft>
                <a:spcPts val="0"/>
              </a:spcAft>
              <a:buClr>
                <a:schemeClr val="dk1"/>
              </a:buClr>
              <a:buSzPts val="1300"/>
              <a:buChar char="●"/>
              <a:defRPr/>
            </a:lvl1pPr>
            <a:lvl2pPr marL="914400" lvl="1" indent="-311150">
              <a:lnSpc>
                <a:spcPct val="90000"/>
              </a:lnSpc>
              <a:spcBef>
                <a:spcPts val="0"/>
              </a:spcBef>
              <a:spcAft>
                <a:spcPts val="0"/>
              </a:spcAft>
              <a:buClr>
                <a:schemeClr val="dk1"/>
              </a:buClr>
              <a:buSzPts val="1300"/>
              <a:buChar char="○"/>
              <a:defRPr/>
            </a:lvl2pPr>
            <a:lvl3pPr marL="1371600" lvl="2" indent="-311150">
              <a:lnSpc>
                <a:spcPct val="90000"/>
              </a:lnSpc>
              <a:spcBef>
                <a:spcPts val="0"/>
              </a:spcBef>
              <a:spcAft>
                <a:spcPts val="0"/>
              </a:spcAft>
              <a:buClr>
                <a:schemeClr val="dk1"/>
              </a:buClr>
              <a:buSzPts val="1300"/>
              <a:buChar char="■"/>
              <a:defRPr/>
            </a:lvl3pPr>
            <a:lvl4pPr marL="1828800" lvl="3" indent="-311150">
              <a:lnSpc>
                <a:spcPct val="90000"/>
              </a:lnSpc>
              <a:spcBef>
                <a:spcPts val="0"/>
              </a:spcBef>
              <a:spcAft>
                <a:spcPts val="0"/>
              </a:spcAft>
              <a:buClr>
                <a:schemeClr val="dk1"/>
              </a:buClr>
              <a:buSzPts val="1300"/>
              <a:buChar char="●"/>
              <a:defRPr/>
            </a:lvl4pPr>
            <a:lvl5pPr marL="2286000" lvl="4" indent="-311150">
              <a:lnSpc>
                <a:spcPct val="90000"/>
              </a:lnSpc>
              <a:spcBef>
                <a:spcPts val="0"/>
              </a:spcBef>
              <a:spcAft>
                <a:spcPts val="0"/>
              </a:spcAft>
              <a:buClr>
                <a:schemeClr val="dk1"/>
              </a:buClr>
              <a:buSzPts val="1300"/>
              <a:buChar char="○"/>
              <a:defRPr/>
            </a:lvl5pPr>
            <a:lvl6pPr marL="2743200" lvl="5" indent="-311150">
              <a:lnSpc>
                <a:spcPct val="90000"/>
              </a:lnSpc>
              <a:spcBef>
                <a:spcPts val="0"/>
              </a:spcBef>
              <a:spcAft>
                <a:spcPts val="0"/>
              </a:spcAft>
              <a:buClr>
                <a:schemeClr val="dk1"/>
              </a:buClr>
              <a:buSzPts val="1300"/>
              <a:buChar char="■"/>
              <a:defRPr/>
            </a:lvl6pPr>
            <a:lvl7pPr marL="3200400" lvl="6" indent="-311150">
              <a:lnSpc>
                <a:spcPct val="90000"/>
              </a:lnSpc>
              <a:spcBef>
                <a:spcPts val="0"/>
              </a:spcBef>
              <a:spcAft>
                <a:spcPts val="0"/>
              </a:spcAft>
              <a:buClr>
                <a:schemeClr val="dk1"/>
              </a:buClr>
              <a:buSzPts val="1300"/>
              <a:buChar char="●"/>
              <a:defRPr/>
            </a:lvl7pPr>
            <a:lvl8pPr marL="3657600" lvl="7" indent="-311150">
              <a:lnSpc>
                <a:spcPct val="90000"/>
              </a:lnSpc>
              <a:spcBef>
                <a:spcPts val="0"/>
              </a:spcBef>
              <a:spcAft>
                <a:spcPts val="0"/>
              </a:spcAft>
              <a:buClr>
                <a:schemeClr val="dk1"/>
              </a:buClr>
              <a:buSzPts val="1300"/>
              <a:buChar char="○"/>
              <a:defRPr/>
            </a:lvl8pPr>
            <a:lvl9pPr marL="4114800" lvl="8" indent="-311150">
              <a:lnSpc>
                <a:spcPct val="90000"/>
              </a:lnSpc>
              <a:spcBef>
                <a:spcPts val="0"/>
              </a:spcBef>
              <a:spcAft>
                <a:spcPts val="0"/>
              </a:spcAft>
              <a:buClr>
                <a:schemeClr val="dk1"/>
              </a:buClr>
              <a:buSzPts val="1300"/>
              <a:buChar char="■"/>
              <a:defRPr/>
            </a:lvl9pPr>
          </a:lstStyle>
          <a:p>
            <a:endParaRPr/>
          </a:p>
        </p:txBody>
      </p:sp>
      <p:sp>
        <p:nvSpPr>
          <p:cNvPr id="187" name="Google Shape;187;p17"/>
          <p:cNvSpPr txBox="1">
            <a:spLocks noGrp="1"/>
          </p:cNvSpPr>
          <p:nvPr>
            <p:ph type="body" idx="3"/>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188" name="Google Shape;188;p17"/>
          <p:cNvSpPr txBox="1">
            <a:spLocks noGrp="1"/>
          </p:cNvSpPr>
          <p:nvPr>
            <p:ph type="body" idx="4"/>
          </p:nvPr>
        </p:nvSpPr>
        <p:spPr>
          <a:xfrm>
            <a:off x="4458000" y="1447600"/>
            <a:ext cx="4333800" cy="3675300"/>
          </a:xfrm>
          <a:prstGeom prst="rect">
            <a:avLst/>
          </a:prstGeom>
        </p:spPr>
        <p:txBody>
          <a:bodyPr spcFirstLastPara="1" wrap="square" lIns="91425" tIns="91425" rIns="91425" bIns="91425" anchor="b" anchorCtr="0">
            <a:noAutofit/>
          </a:bodyPr>
          <a:lstStyle>
            <a:lvl1pPr marL="457200" lvl="0" indent="-342900">
              <a:lnSpc>
                <a:spcPct val="90000"/>
              </a:lnSpc>
              <a:spcBef>
                <a:spcPts val="0"/>
              </a:spcBef>
              <a:spcAft>
                <a:spcPts val="0"/>
              </a:spcAft>
              <a:buClr>
                <a:schemeClr val="dk1"/>
              </a:buClr>
              <a:buSzPts val="1800"/>
              <a:buChar char="●"/>
              <a:defRPr sz="1800"/>
            </a:lvl1pPr>
            <a:lvl2pPr marL="914400" lvl="1" indent="-342900">
              <a:lnSpc>
                <a:spcPct val="90000"/>
              </a:lnSpc>
              <a:spcBef>
                <a:spcPts val="0"/>
              </a:spcBef>
              <a:spcAft>
                <a:spcPts val="0"/>
              </a:spcAft>
              <a:buClr>
                <a:schemeClr val="dk1"/>
              </a:buClr>
              <a:buSzPts val="1800"/>
              <a:buChar char="○"/>
              <a:defRPr sz="1800"/>
            </a:lvl2pPr>
            <a:lvl3pPr marL="1371600" lvl="2" indent="-342900">
              <a:lnSpc>
                <a:spcPct val="90000"/>
              </a:lnSpc>
              <a:spcBef>
                <a:spcPts val="0"/>
              </a:spcBef>
              <a:spcAft>
                <a:spcPts val="0"/>
              </a:spcAft>
              <a:buClr>
                <a:schemeClr val="dk1"/>
              </a:buClr>
              <a:buSzPts val="1800"/>
              <a:buChar char="■"/>
              <a:defRPr sz="1800"/>
            </a:lvl3pPr>
            <a:lvl4pPr marL="1828800" lvl="3" indent="-342900">
              <a:lnSpc>
                <a:spcPct val="90000"/>
              </a:lnSpc>
              <a:spcBef>
                <a:spcPts val="0"/>
              </a:spcBef>
              <a:spcAft>
                <a:spcPts val="0"/>
              </a:spcAft>
              <a:buClr>
                <a:schemeClr val="dk1"/>
              </a:buClr>
              <a:buSzPts val="1800"/>
              <a:buChar char="●"/>
              <a:defRPr sz="1800"/>
            </a:lvl4pPr>
            <a:lvl5pPr marL="2286000" lvl="4" indent="-342900">
              <a:lnSpc>
                <a:spcPct val="90000"/>
              </a:lnSpc>
              <a:spcBef>
                <a:spcPts val="0"/>
              </a:spcBef>
              <a:spcAft>
                <a:spcPts val="0"/>
              </a:spcAft>
              <a:buClr>
                <a:schemeClr val="dk1"/>
              </a:buClr>
              <a:buSzPts val="1800"/>
              <a:buChar char="○"/>
              <a:defRPr sz="1800"/>
            </a:lvl5pPr>
            <a:lvl6pPr marL="2743200" lvl="5" indent="-342900">
              <a:lnSpc>
                <a:spcPct val="90000"/>
              </a:lnSpc>
              <a:spcBef>
                <a:spcPts val="0"/>
              </a:spcBef>
              <a:spcAft>
                <a:spcPts val="0"/>
              </a:spcAft>
              <a:buClr>
                <a:schemeClr val="dk1"/>
              </a:buClr>
              <a:buSzPts val="1800"/>
              <a:buChar char="■"/>
              <a:defRPr sz="1800"/>
            </a:lvl6pPr>
            <a:lvl7pPr marL="3200400" lvl="6" indent="-342900">
              <a:lnSpc>
                <a:spcPct val="90000"/>
              </a:lnSpc>
              <a:spcBef>
                <a:spcPts val="0"/>
              </a:spcBef>
              <a:spcAft>
                <a:spcPts val="0"/>
              </a:spcAft>
              <a:buClr>
                <a:schemeClr val="dk1"/>
              </a:buClr>
              <a:buSzPts val="1800"/>
              <a:buChar char="●"/>
              <a:defRPr sz="1800"/>
            </a:lvl7pPr>
            <a:lvl8pPr marL="3657600" lvl="7" indent="-342900">
              <a:lnSpc>
                <a:spcPct val="90000"/>
              </a:lnSpc>
              <a:spcBef>
                <a:spcPts val="0"/>
              </a:spcBef>
              <a:spcAft>
                <a:spcPts val="0"/>
              </a:spcAft>
              <a:buClr>
                <a:schemeClr val="dk1"/>
              </a:buClr>
              <a:buSzPts val="1800"/>
              <a:buChar char="○"/>
              <a:defRPr sz="1800"/>
            </a:lvl8pPr>
            <a:lvl9pPr marL="4114800" lvl="8" indent="-342900">
              <a:lnSpc>
                <a:spcPct val="90000"/>
              </a:lnSpc>
              <a:spcBef>
                <a:spcPts val="0"/>
              </a:spcBef>
              <a:spcAft>
                <a:spcPts val="0"/>
              </a:spcAft>
              <a:buClr>
                <a:schemeClr val="dk1"/>
              </a:buClr>
              <a:buSzPts val="1800"/>
              <a:buChar char="■"/>
              <a:defRPr sz="1800"/>
            </a:lvl9pPr>
          </a:lstStyle>
          <a:p>
            <a:endParaRPr/>
          </a:p>
        </p:txBody>
      </p:sp>
      <p:sp>
        <p:nvSpPr>
          <p:cNvPr id="189" name="Google Shape;189;p17"/>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90" name="Google Shape;190;p17"/>
          <p:cNvSpPr txBox="1">
            <a:spLocks noGrp="1"/>
          </p:cNvSpPr>
          <p:nvPr>
            <p:ph type="body" idx="5"/>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dea thoughts and notes">
  <p:cSld name="CUSTOM">
    <p:spTree>
      <p:nvGrpSpPr>
        <p:cNvPr id="1" name="Shape 191"/>
        <p:cNvGrpSpPr/>
        <p:nvPr/>
      </p:nvGrpSpPr>
      <p:grpSpPr>
        <a:xfrm>
          <a:off x="0" y="0"/>
          <a:ext cx="0" cy="0"/>
          <a:chOff x="0" y="0"/>
          <a:chExt cx="0" cy="0"/>
        </a:xfrm>
      </p:grpSpPr>
      <p:cxnSp>
        <p:nvCxnSpPr>
          <p:cNvPr id="192" name="Google Shape;192;p18"/>
          <p:cNvCxnSpPr/>
          <p:nvPr/>
        </p:nvCxnSpPr>
        <p:spPr>
          <a:xfrm rot="10800000">
            <a:off x="1746313"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193" name="Google Shape;193;p18"/>
          <p:cNvCxnSpPr/>
          <p:nvPr/>
        </p:nvCxnSpPr>
        <p:spPr>
          <a:xfrm rot="10800000">
            <a:off x="43132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194" name="Google Shape;194;p18"/>
          <p:cNvSpPr>
            <a:spLocks noGrp="1"/>
          </p:cNvSpPr>
          <p:nvPr>
            <p:ph type="pic" idx="2"/>
          </p:nvPr>
        </p:nvSpPr>
        <p:spPr>
          <a:xfrm>
            <a:off x="4480200" y="2781641"/>
            <a:ext cx="4512000" cy="2223300"/>
          </a:xfrm>
          <a:prstGeom prst="rect">
            <a:avLst/>
          </a:prstGeom>
          <a:noFill/>
          <a:ln>
            <a:noFill/>
          </a:ln>
        </p:spPr>
        <p:txBody>
          <a:bodyPr/>
          <a:lstStyle/>
          <a:p>
            <a:endParaRPr lang="de-DE"/>
          </a:p>
        </p:txBody>
      </p:sp>
      <p:sp>
        <p:nvSpPr>
          <p:cNvPr id="195" name="Google Shape;195;p18"/>
          <p:cNvSpPr txBox="1">
            <a:spLocks noGrp="1"/>
          </p:cNvSpPr>
          <p:nvPr>
            <p:ph type="body" idx="1"/>
          </p:nvPr>
        </p:nvSpPr>
        <p:spPr>
          <a:xfrm>
            <a:off x="1812875" y="63925"/>
            <a:ext cx="2428500" cy="5011500"/>
          </a:xfrm>
          <a:prstGeom prst="rect">
            <a:avLst/>
          </a:prstGeom>
        </p:spPr>
        <p:txBody>
          <a:bodyPr spcFirstLastPara="1" wrap="square" lIns="91425" tIns="91425" rIns="91425" bIns="91425" anchor="t" anchorCtr="0">
            <a:noAutofit/>
          </a:bodyPr>
          <a:lstStyle>
            <a:lvl1pPr marL="457200" lvl="0" indent="-342900">
              <a:lnSpc>
                <a:spcPct val="90000"/>
              </a:lnSpc>
              <a:spcBef>
                <a:spcPts val="0"/>
              </a:spcBef>
              <a:spcAft>
                <a:spcPts val="0"/>
              </a:spcAft>
              <a:buClr>
                <a:schemeClr val="dk1"/>
              </a:buClr>
              <a:buSzPts val="1800"/>
              <a:buChar char="●"/>
              <a:defRPr sz="1800"/>
            </a:lvl1pPr>
            <a:lvl2pPr marL="914400" lvl="1" indent="-342900">
              <a:lnSpc>
                <a:spcPct val="90000"/>
              </a:lnSpc>
              <a:spcBef>
                <a:spcPts val="0"/>
              </a:spcBef>
              <a:spcAft>
                <a:spcPts val="0"/>
              </a:spcAft>
              <a:buClr>
                <a:schemeClr val="dk1"/>
              </a:buClr>
              <a:buSzPts val="1800"/>
              <a:buChar char="○"/>
              <a:defRPr sz="1800"/>
            </a:lvl2pPr>
            <a:lvl3pPr marL="1371600" lvl="2" indent="-342900">
              <a:lnSpc>
                <a:spcPct val="90000"/>
              </a:lnSpc>
              <a:spcBef>
                <a:spcPts val="0"/>
              </a:spcBef>
              <a:spcAft>
                <a:spcPts val="0"/>
              </a:spcAft>
              <a:buClr>
                <a:schemeClr val="dk1"/>
              </a:buClr>
              <a:buSzPts val="1800"/>
              <a:buChar char="■"/>
              <a:defRPr sz="1800"/>
            </a:lvl3pPr>
            <a:lvl4pPr marL="1828800" lvl="3" indent="-342900">
              <a:lnSpc>
                <a:spcPct val="90000"/>
              </a:lnSpc>
              <a:spcBef>
                <a:spcPts val="0"/>
              </a:spcBef>
              <a:spcAft>
                <a:spcPts val="0"/>
              </a:spcAft>
              <a:buClr>
                <a:schemeClr val="dk1"/>
              </a:buClr>
              <a:buSzPts val="1800"/>
              <a:buChar char="●"/>
              <a:defRPr sz="1800"/>
            </a:lvl4pPr>
            <a:lvl5pPr marL="2286000" lvl="4" indent="-342900">
              <a:lnSpc>
                <a:spcPct val="90000"/>
              </a:lnSpc>
              <a:spcBef>
                <a:spcPts val="0"/>
              </a:spcBef>
              <a:spcAft>
                <a:spcPts val="0"/>
              </a:spcAft>
              <a:buClr>
                <a:schemeClr val="dk1"/>
              </a:buClr>
              <a:buSzPts val="1800"/>
              <a:buChar char="○"/>
              <a:defRPr sz="1800"/>
            </a:lvl5pPr>
            <a:lvl6pPr marL="2743200" lvl="5" indent="-342900">
              <a:lnSpc>
                <a:spcPct val="90000"/>
              </a:lnSpc>
              <a:spcBef>
                <a:spcPts val="0"/>
              </a:spcBef>
              <a:spcAft>
                <a:spcPts val="0"/>
              </a:spcAft>
              <a:buClr>
                <a:schemeClr val="dk1"/>
              </a:buClr>
              <a:buSzPts val="1800"/>
              <a:buChar char="■"/>
              <a:defRPr sz="1800"/>
            </a:lvl6pPr>
            <a:lvl7pPr marL="3200400" lvl="6" indent="-342900">
              <a:lnSpc>
                <a:spcPct val="90000"/>
              </a:lnSpc>
              <a:spcBef>
                <a:spcPts val="0"/>
              </a:spcBef>
              <a:spcAft>
                <a:spcPts val="0"/>
              </a:spcAft>
              <a:buClr>
                <a:schemeClr val="dk1"/>
              </a:buClr>
              <a:buSzPts val="1800"/>
              <a:buChar char="●"/>
              <a:defRPr sz="1800"/>
            </a:lvl7pPr>
            <a:lvl8pPr marL="3657600" lvl="7" indent="-342900">
              <a:lnSpc>
                <a:spcPct val="90000"/>
              </a:lnSpc>
              <a:spcBef>
                <a:spcPts val="0"/>
              </a:spcBef>
              <a:spcAft>
                <a:spcPts val="0"/>
              </a:spcAft>
              <a:buClr>
                <a:schemeClr val="dk1"/>
              </a:buClr>
              <a:buSzPts val="1800"/>
              <a:buChar char="○"/>
              <a:defRPr sz="1800"/>
            </a:lvl8pPr>
            <a:lvl9pPr marL="4114800" lvl="8" indent="-342900">
              <a:lnSpc>
                <a:spcPct val="90000"/>
              </a:lnSpc>
              <a:spcBef>
                <a:spcPts val="0"/>
              </a:spcBef>
              <a:spcAft>
                <a:spcPts val="0"/>
              </a:spcAft>
              <a:buClr>
                <a:schemeClr val="dk1"/>
              </a:buClr>
              <a:buSzPts val="1800"/>
              <a:buChar char="■"/>
              <a:defRPr sz="1800"/>
            </a:lvl9pPr>
          </a:lstStyle>
          <a:p>
            <a:endParaRPr/>
          </a:p>
        </p:txBody>
      </p:sp>
      <p:sp>
        <p:nvSpPr>
          <p:cNvPr id="196" name="Google Shape;196;p18"/>
          <p:cNvSpPr txBox="1">
            <a:spLocks noGrp="1"/>
          </p:cNvSpPr>
          <p:nvPr>
            <p:ph type="body" idx="3"/>
          </p:nvPr>
        </p:nvSpPr>
        <p:spPr>
          <a:xfrm>
            <a:off x="4425775" y="261030"/>
            <a:ext cx="2047500" cy="163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Char char="●"/>
              <a:defRPr sz="900"/>
            </a:lvl1pPr>
            <a:lvl2pPr marL="914400" lvl="1" indent="-285750">
              <a:spcBef>
                <a:spcPts val="0"/>
              </a:spcBef>
              <a:spcAft>
                <a:spcPts val="0"/>
              </a:spcAft>
              <a:buClr>
                <a:schemeClr val="dk1"/>
              </a:buClr>
              <a:buSzPts val="900"/>
              <a:buChar char="○"/>
              <a:defRPr sz="900"/>
            </a:lvl2pPr>
            <a:lvl3pPr marL="1371600" lvl="2" indent="-285750">
              <a:spcBef>
                <a:spcPts val="0"/>
              </a:spcBef>
              <a:spcAft>
                <a:spcPts val="0"/>
              </a:spcAft>
              <a:buClr>
                <a:schemeClr val="dk1"/>
              </a:buClr>
              <a:buSzPts val="900"/>
              <a:buChar char="■"/>
              <a:defRPr sz="900"/>
            </a:lvl3pPr>
            <a:lvl4pPr marL="1828800" lvl="3" indent="-285750">
              <a:spcBef>
                <a:spcPts val="0"/>
              </a:spcBef>
              <a:spcAft>
                <a:spcPts val="0"/>
              </a:spcAft>
              <a:buClr>
                <a:schemeClr val="dk1"/>
              </a:buClr>
              <a:buSzPts val="900"/>
              <a:buChar char="●"/>
              <a:defRPr sz="900"/>
            </a:lvl4pPr>
            <a:lvl5pPr marL="2286000" lvl="4" indent="-285750">
              <a:spcBef>
                <a:spcPts val="0"/>
              </a:spcBef>
              <a:spcAft>
                <a:spcPts val="0"/>
              </a:spcAft>
              <a:buClr>
                <a:schemeClr val="dk1"/>
              </a:buClr>
              <a:buSzPts val="900"/>
              <a:buChar char="○"/>
              <a:defRPr sz="900"/>
            </a:lvl5pPr>
            <a:lvl6pPr marL="2743200" lvl="5" indent="-285750">
              <a:spcBef>
                <a:spcPts val="0"/>
              </a:spcBef>
              <a:spcAft>
                <a:spcPts val="0"/>
              </a:spcAft>
              <a:buClr>
                <a:schemeClr val="dk1"/>
              </a:buClr>
              <a:buSzPts val="900"/>
              <a:buChar char="■"/>
              <a:defRPr sz="900"/>
            </a:lvl6pPr>
            <a:lvl7pPr marL="3200400" lvl="6" indent="-285750">
              <a:spcBef>
                <a:spcPts val="0"/>
              </a:spcBef>
              <a:spcAft>
                <a:spcPts val="0"/>
              </a:spcAft>
              <a:buClr>
                <a:schemeClr val="dk1"/>
              </a:buClr>
              <a:buSzPts val="900"/>
              <a:buChar char="●"/>
              <a:defRPr sz="900"/>
            </a:lvl7pPr>
            <a:lvl8pPr marL="3657600" lvl="7" indent="-285750">
              <a:spcBef>
                <a:spcPts val="0"/>
              </a:spcBef>
              <a:spcAft>
                <a:spcPts val="0"/>
              </a:spcAft>
              <a:buClr>
                <a:schemeClr val="dk1"/>
              </a:buClr>
              <a:buSzPts val="900"/>
              <a:buChar char="○"/>
              <a:defRPr sz="900"/>
            </a:lvl8pPr>
            <a:lvl9pPr marL="4114800" lvl="8" indent="-285750">
              <a:spcBef>
                <a:spcPts val="0"/>
              </a:spcBef>
              <a:spcAft>
                <a:spcPts val="0"/>
              </a:spcAft>
              <a:buClr>
                <a:schemeClr val="dk1"/>
              </a:buClr>
              <a:buSzPts val="900"/>
              <a:buChar char="■"/>
              <a:defRPr sz="900"/>
            </a:lvl9pPr>
          </a:lstStyle>
          <a:p>
            <a:endParaRPr/>
          </a:p>
        </p:txBody>
      </p:sp>
      <p:sp>
        <p:nvSpPr>
          <p:cNvPr id="197" name="Google Shape;197;p18"/>
          <p:cNvSpPr txBox="1">
            <a:spLocks noGrp="1"/>
          </p:cNvSpPr>
          <p:nvPr>
            <p:ph type="body" idx="4"/>
          </p:nvPr>
        </p:nvSpPr>
        <p:spPr>
          <a:xfrm>
            <a:off x="4425775" y="49900"/>
            <a:ext cx="2047500" cy="3075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198" name="Google Shape;198;p18"/>
          <p:cNvSpPr txBox="1">
            <a:spLocks noGrp="1"/>
          </p:cNvSpPr>
          <p:nvPr>
            <p:ph type="body" idx="5"/>
          </p:nvPr>
        </p:nvSpPr>
        <p:spPr>
          <a:xfrm>
            <a:off x="6677959" y="261030"/>
            <a:ext cx="2047500" cy="1631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Char char="●"/>
              <a:defRPr sz="900"/>
            </a:lvl1pPr>
            <a:lvl2pPr marL="914400" lvl="1" indent="-285750">
              <a:spcBef>
                <a:spcPts val="0"/>
              </a:spcBef>
              <a:spcAft>
                <a:spcPts val="0"/>
              </a:spcAft>
              <a:buClr>
                <a:schemeClr val="dk1"/>
              </a:buClr>
              <a:buSzPts val="900"/>
              <a:buChar char="○"/>
              <a:defRPr sz="900"/>
            </a:lvl2pPr>
            <a:lvl3pPr marL="1371600" lvl="2" indent="-285750">
              <a:spcBef>
                <a:spcPts val="0"/>
              </a:spcBef>
              <a:spcAft>
                <a:spcPts val="0"/>
              </a:spcAft>
              <a:buClr>
                <a:schemeClr val="dk1"/>
              </a:buClr>
              <a:buSzPts val="900"/>
              <a:buChar char="■"/>
              <a:defRPr sz="900"/>
            </a:lvl3pPr>
            <a:lvl4pPr marL="1828800" lvl="3" indent="-285750">
              <a:spcBef>
                <a:spcPts val="0"/>
              </a:spcBef>
              <a:spcAft>
                <a:spcPts val="0"/>
              </a:spcAft>
              <a:buClr>
                <a:schemeClr val="dk1"/>
              </a:buClr>
              <a:buSzPts val="900"/>
              <a:buChar char="●"/>
              <a:defRPr sz="900"/>
            </a:lvl4pPr>
            <a:lvl5pPr marL="2286000" lvl="4" indent="-285750">
              <a:spcBef>
                <a:spcPts val="0"/>
              </a:spcBef>
              <a:spcAft>
                <a:spcPts val="0"/>
              </a:spcAft>
              <a:buClr>
                <a:schemeClr val="dk1"/>
              </a:buClr>
              <a:buSzPts val="900"/>
              <a:buChar char="○"/>
              <a:defRPr sz="900"/>
            </a:lvl5pPr>
            <a:lvl6pPr marL="2743200" lvl="5" indent="-285750">
              <a:spcBef>
                <a:spcPts val="0"/>
              </a:spcBef>
              <a:spcAft>
                <a:spcPts val="0"/>
              </a:spcAft>
              <a:buClr>
                <a:schemeClr val="dk1"/>
              </a:buClr>
              <a:buSzPts val="900"/>
              <a:buChar char="■"/>
              <a:defRPr sz="900"/>
            </a:lvl6pPr>
            <a:lvl7pPr marL="3200400" lvl="6" indent="-285750">
              <a:spcBef>
                <a:spcPts val="0"/>
              </a:spcBef>
              <a:spcAft>
                <a:spcPts val="0"/>
              </a:spcAft>
              <a:buClr>
                <a:schemeClr val="dk1"/>
              </a:buClr>
              <a:buSzPts val="900"/>
              <a:buChar char="●"/>
              <a:defRPr sz="900"/>
            </a:lvl7pPr>
            <a:lvl8pPr marL="3657600" lvl="7" indent="-285750">
              <a:spcBef>
                <a:spcPts val="0"/>
              </a:spcBef>
              <a:spcAft>
                <a:spcPts val="0"/>
              </a:spcAft>
              <a:buClr>
                <a:schemeClr val="dk1"/>
              </a:buClr>
              <a:buSzPts val="900"/>
              <a:buChar char="○"/>
              <a:defRPr sz="900"/>
            </a:lvl8pPr>
            <a:lvl9pPr marL="4114800" lvl="8" indent="-285750">
              <a:spcBef>
                <a:spcPts val="0"/>
              </a:spcBef>
              <a:spcAft>
                <a:spcPts val="0"/>
              </a:spcAft>
              <a:buClr>
                <a:schemeClr val="dk1"/>
              </a:buClr>
              <a:buSzPts val="900"/>
              <a:buChar char="■"/>
              <a:defRPr sz="900"/>
            </a:lvl9pPr>
          </a:lstStyle>
          <a:p>
            <a:endParaRPr/>
          </a:p>
        </p:txBody>
      </p:sp>
      <p:sp>
        <p:nvSpPr>
          <p:cNvPr id="199" name="Google Shape;199;p18"/>
          <p:cNvSpPr txBox="1">
            <a:spLocks noGrp="1"/>
          </p:cNvSpPr>
          <p:nvPr>
            <p:ph type="body" idx="6"/>
          </p:nvPr>
        </p:nvSpPr>
        <p:spPr>
          <a:xfrm>
            <a:off x="6677959" y="49900"/>
            <a:ext cx="2047500" cy="307500"/>
          </a:xfrm>
          <a:prstGeom prst="rect">
            <a:avLst/>
          </a:prstGeom>
        </p:spPr>
        <p:txBody>
          <a:bodyPr spcFirstLastPara="1" wrap="square" lIns="91425" tIns="91425" rIns="91425" bIns="91425" anchor="b" anchorCtr="0">
            <a:noAutofit/>
          </a:bodyPr>
          <a:lstStyle>
            <a:lvl1pPr marL="457200" lvl="0"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1pPr>
            <a:lvl2pPr marL="914400" lvl="1"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2pPr>
            <a:lvl3pPr marL="1371600" lvl="2"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3pPr>
            <a:lvl4pPr marL="1828800" lvl="3"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4pPr>
            <a:lvl5pPr marL="2286000" lvl="4"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5pPr>
            <a:lvl6pPr marL="2743200" lvl="5"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6pPr>
            <a:lvl7pPr marL="3200400" lvl="6"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7pPr>
            <a:lvl8pPr marL="3657600" lvl="7"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8pPr>
            <a:lvl9pPr marL="4114800" lvl="8" indent="-285750">
              <a:spcBef>
                <a:spcPts val="0"/>
              </a:spcBef>
              <a:spcAft>
                <a:spcPts val="0"/>
              </a:spcAft>
              <a:buClr>
                <a:schemeClr val="dk1"/>
              </a:buClr>
              <a:buSzPts val="900"/>
              <a:buFont typeface="Helvetica Neue"/>
              <a:buChar char="■"/>
              <a:defRPr sz="900" b="1">
                <a:latin typeface="Helvetica Neue"/>
                <a:ea typeface="Helvetica Neue"/>
                <a:cs typeface="Helvetica Neue"/>
                <a:sym typeface="Helvetica Neue"/>
              </a:defRPr>
            </a:lvl9pPr>
          </a:lstStyle>
          <a:p>
            <a:endParaRPr/>
          </a:p>
        </p:txBody>
      </p:sp>
      <p:sp>
        <p:nvSpPr>
          <p:cNvPr id="200" name="Google Shape;200;p18"/>
          <p:cNvSpPr txBox="1">
            <a:spLocks noGrp="1"/>
          </p:cNvSpPr>
          <p:nvPr>
            <p:ph type="body" idx="7"/>
          </p:nvPr>
        </p:nvSpPr>
        <p:spPr>
          <a:xfrm>
            <a:off x="71768" y="4769989"/>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
        <p:nvSpPr>
          <p:cNvPr id="201" name="Google Shape;201;p18"/>
          <p:cNvSpPr txBox="1">
            <a:spLocks noGrp="1"/>
          </p:cNvSpPr>
          <p:nvPr>
            <p:ph type="sldNum" idx="12"/>
          </p:nvPr>
        </p:nvSpPr>
        <p:spPr>
          <a:xfrm>
            <a:off x="8540361" y="41873"/>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02" name="Google Shape;202;p18"/>
          <p:cNvSpPr txBox="1">
            <a:spLocks noGrp="1"/>
          </p:cNvSpPr>
          <p:nvPr>
            <p:ph type="body" idx="8"/>
          </p:nvPr>
        </p:nvSpPr>
        <p:spPr>
          <a:xfrm>
            <a:off x="71768" y="41864"/>
            <a:ext cx="1536300" cy="3075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marL="914400" lvl="1"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marL="1371600" lvl="2"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marL="1828800" lvl="3"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marL="2286000" lvl="4"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marL="2743200" lvl="5"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marL="3200400" lvl="6"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marL="3657600" lvl="7"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marL="4114800" lvl="8" indent="-31115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d Cover">
  <p:cSld name="CUSTOM_1">
    <p:bg>
      <p:bgPr>
        <a:solidFill>
          <a:schemeClr val="lt2"/>
        </a:solidFill>
        <a:effectLst/>
      </p:bgPr>
    </p:bg>
    <p:spTree>
      <p:nvGrpSpPr>
        <p:cNvPr id="1" name="Shape 203"/>
        <p:cNvGrpSpPr/>
        <p:nvPr/>
      </p:nvGrpSpPr>
      <p:grpSpPr>
        <a:xfrm>
          <a:off x="0" y="0"/>
          <a:ext cx="0" cy="0"/>
          <a:chOff x="0" y="0"/>
          <a:chExt cx="0" cy="0"/>
        </a:xfrm>
      </p:grpSpPr>
      <p:cxnSp>
        <p:nvCxnSpPr>
          <p:cNvPr id="204" name="Google Shape;204;p19"/>
          <p:cNvCxnSpPr/>
          <p:nvPr/>
        </p:nvCxnSpPr>
        <p:spPr>
          <a:xfrm rot="10800000">
            <a:off x="4313279" y="66000"/>
            <a:ext cx="0" cy="5011500"/>
          </a:xfrm>
          <a:prstGeom prst="straightConnector1">
            <a:avLst/>
          </a:prstGeom>
          <a:noFill/>
          <a:ln w="19050" cap="flat" cmpd="sng">
            <a:solidFill>
              <a:schemeClr val="dk2"/>
            </a:solidFill>
            <a:prstDash val="solid"/>
            <a:round/>
            <a:headEnd type="none" w="med" len="med"/>
            <a:tailEnd type="none" w="med" len="med"/>
          </a:ln>
        </p:spPr>
      </p:cxnSp>
      <p:sp>
        <p:nvSpPr>
          <p:cNvPr id="205" name="Google Shape;205;p19"/>
          <p:cNvSpPr txBox="1">
            <a:spLocks noGrp="1"/>
          </p:cNvSpPr>
          <p:nvPr>
            <p:ph type="title"/>
          </p:nvPr>
        </p:nvSpPr>
        <p:spPr>
          <a:xfrm>
            <a:off x="4430121" y="-16450"/>
            <a:ext cx="4630500" cy="2641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a:endParaRPr/>
          </a:p>
        </p:txBody>
      </p:sp>
      <p:sp>
        <p:nvSpPr>
          <p:cNvPr id="206" name="Google Shape;206;p19"/>
          <p:cNvSpPr txBox="1">
            <a:spLocks noGrp="1"/>
          </p:cNvSpPr>
          <p:nvPr>
            <p:ph type="body" idx="1"/>
          </p:nvPr>
        </p:nvSpPr>
        <p:spPr>
          <a:xfrm>
            <a:off x="4447610" y="4714950"/>
            <a:ext cx="1828500" cy="338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
        <p:nvSpPr>
          <p:cNvPr id="207" name="Google Shape;207;p19"/>
          <p:cNvSpPr txBox="1">
            <a:spLocks noGrp="1"/>
          </p:cNvSpPr>
          <p:nvPr>
            <p:ph type="body" idx="2"/>
          </p:nvPr>
        </p:nvSpPr>
        <p:spPr>
          <a:xfrm>
            <a:off x="7208180" y="4714950"/>
            <a:ext cx="1828500" cy="338400"/>
          </a:xfrm>
          <a:prstGeom prst="rect">
            <a:avLst/>
          </a:prstGeom>
        </p:spPr>
        <p:txBody>
          <a:bodyPr spcFirstLastPara="1" wrap="square" lIns="91425" tIns="91425" rIns="91425" bIns="91425" anchor="t" anchorCtr="0">
            <a:noAutofit/>
          </a:bodyPr>
          <a:lstStyle>
            <a:lvl1pPr marL="457200" lvl="0"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
        <p:nvSpPr>
          <p:cNvPr id="208" name="Google Shape;208;p19"/>
          <p:cNvSpPr>
            <a:spLocks noGrp="1"/>
          </p:cNvSpPr>
          <p:nvPr>
            <p:ph type="pic" idx="3"/>
          </p:nvPr>
        </p:nvSpPr>
        <p:spPr>
          <a:xfrm>
            <a:off x="118850" y="109450"/>
            <a:ext cx="4058400" cy="4870800"/>
          </a:xfrm>
          <a:prstGeom prst="rect">
            <a:avLst/>
          </a:prstGeom>
          <a:noFill/>
          <a:ln>
            <a:noFill/>
          </a:ln>
        </p:spPr>
        <p:txBody>
          <a:bodyPr/>
          <a:lstStyle/>
          <a:p>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p:cSld name="CUSTOM_2">
    <p:spTree>
      <p:nvGrpSpPr>
        <p:cNvPr id="1" name="Shape 209"/>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p:cSld name="TITLE_1_1">
    <p:bg>
      <p:bgPr>
        <a:solidFill>
          <a:schemeClr val="lt2"/>
        </a:solidFill>
        <a:effectLst/>
      </p:bgPr>
    </p:bg>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xfrm>
            <a:off x="73150" y="-16450"/>
            <a:ext cx="5203500" cy="2816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a:endParaRPr/>
          </a:p>
        </p:txBody>
      </p:sp>
      <p:sp>
        <p:nvSpPr>
          <p:cNvPr id="212" name="Google Shape;212;p21"/>
          <p:cNvSpPr txBox="1">
            <a:spLocks noGrp="1"/>
          </p:cNvSpPr>
          <p:nvPr>
            <p:ph type="subTitle" idx="1"/>
          </p:nvPr>
        </p:nvSpPr>
        <p:spPr>
          <a:xfrm>
            <a:off x="73150" y="4099225"/>
            <a:ext cx="4717800" cy="9468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2"/>
              </a:buClr>
              <a:buSzPts val="3600"/>
              <a:buNone/>
              <a:defRPr>
                <a:solidFill>
                  <a:schemeClr val="dk2"/>
                </a:solidFill>
              </a:defRPr>
            </a:lvl1pPr>
            <a:lvl2pPr lvl="1">
              <a:lnSpc>
                <a:spcPct val="80000"/>
              </a:lnSpc>
              <a:spcBef>
                <a:spcPts val="0"/>
              </a:spcBef>
              <a:spcAft>
                <a:spcPts val="0"/>
              </a:spcAft>
              <a:buClr>
                <a:schemeClr val="dk2"/>
              </a:buClr>
              <a:buSzPts val="3600"/>
              <a:buNone/>
              <a:defRPr>
                <a:solidFill>
                  <a:schemeClr val="dk2"/>
                </a:solidFill>
              </a:defRPr>
            </a:lvl2pPr>
            <a:lvl3pPr lvl="2">
              <a:lnSpc>
                <a:spcPct val="80000"/>
              </a:lnSpc>
              <a:spcBef>
                <a:spcPts val="0"/>
              </a:spcBef>
              <a:spcAft>
                <a:spcPts val="0"/>
              </a:spcAft>
              <a:buClr>
                <a:schemeClr val="dk2"/>
              </a:buClr>
              <a:buSzPts val="3600"/>
              <a:buNone/>
              <a:defRPr>
                <a:solidFill>
                  <a:schemeClr val="dk2"/>
                </a:solidFill>
              </a:defRPr>
            </a:lvl3pPr>
            <a:lvl4pPr lvl="3">
              <a:lnSpc>
                <a:spcPct val="80000"/>
              </a:lnSpc>
              <a:spcBef>
                <a:spcPts val="0"/>
              </a:spcBef>
              <a:spcAft>
                <a:spcPts val="0"/>
              </a:spcAft>
              <a:buClr>
                <a:schemeClr val="dk2"/>
              </a:buClr>
              <a:buSzPts val="3600"/>
              <a:buNone/>
              <a:defRPr>
                <a:solidFill>
                  <a:schemeClr val="dk2"/>
                </a:solidFill>
              </a:defRPr>
            </a:lvl4pPr>
            <a:lvl5pPr lvl="4">
              <a:lnSpc>
                <a:spcPct val="80000"/>
              </a:lnSpc>
              <a:spcBef>
                <a:spcPts val="0"/>
              </a:spcBef>
              <a:spcAft>
                <a:spcPts val="0"/>
              </a:spcAft>
              <a:buClr>
                <a:schemeClr val="dk2"/>
              </a:buClr>
              <a:buSzPts val="3600"/>
              <a:buNone/>
              <a:defRPr>
                <a:solidFill>
                  <a:schemeClr val="dk2"/>
                </a:solidFill>
              </a:defRPr>
            </a:lvl5pPr>
            <a:lvl6pPr lvl="5">
              <a:lnSpc>
                <a:spcPct val="80000"/>
              </a:lnSpc>
              <a:spcBef>
                <a:spcPts val="0"/>
              </a:spcBef>
              <a:spcAft>
                <a:spcPts val="0"/>
              </a:spcAft>
              <a:buClr>
                <a:schemeClr val="dk2"/>
              </a:buClr>
              <a:buSzPts val="3600"/>
              <a:buNone/>
              <a:defRPr>
                <a:solidFill>
                  <a:schemeClr val="dk2"/>
                </a:solidFill>
              </a:defRPr>
            </a:lvl6pPr>
            <a:lvl7pPr lvl="6">
              <a:lnSpc>
                <a:spcPct val="80000"/>
              </a:lnSpc>
              <a:spcBef>
                <a:spcPts val="0"/>
              </a:spcBef>
              <a:spcAft>
                <a:spcPts val="0"/>
              </a:spcAft>
              <a:buClr>
                <a:schemeClr val="dk2"/>
              </a:buClr>
              <a:buSzPts val="3600"/>
              <a:buNone/>
              <a:defRPr>
                <a:solidFill>
                  <a:schemeClr val="dk2"/>
                </a:solidFill>
              </a:defRPr>
            </a:lvl7pPr>
            <a:lvl8pPr lvl="7">
              <a:lnSpc>
                <a:spcPct val="80000"/>
              </a:lnSpc>
              <a:spcBef>
                <a:spcPts val="0"/>
              </a:spcBef>
              <a:spcAft>
                <a:spcPts val="0"/>
              </a:spcAft>
              <a:buClr>
                <a:schemeClr val="dk2"/>
              </a:buClr>
              <a:buSzPts val="3600"/>
              <a:buNone/>
              <a:defRPr>
                <a:solidFill>
                  <a:schemeClr val="dk2"/>
                </a:solidFill>
              </a:defRPr>
            </a:lvl8pPr>
            <a:lvl9pPr lvl="8">
              <a:lnSpc>
                <a:spcPct val="80000"/>
              </a:lnSpc>
              <a:spcBef>
                <a:spcPts val="0"/>
              </a:spcBef>
              <a:spcAft>
                <a:spcPts val="0"/>
              </a:spcAft>
              <a:buClr>
                <a:schemeClr val="dk2"/>
              </a:buClr>
              <a:buSzPts val="3600"/>
              <a:buNone/>
              <a:defRPr>
                <a:solidFill>
                  <a:schemeClr val="dk2"/>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p:cSld name="TITLE_1">
    <p:bg>
      <p:bgPr>
        <a:solidFill>
          <a:schemeClr val="lt2"/>
        </a:solidFill>
        <a:effectLst/>
      </p:bgPr>
    </p:bg>
    <p:spTree>
      <p:nvGrpSpPr>
        <p:cNvPr id="1" name="Shape 213"/>
        <p:cNvGrpSpPr/>
        <p:nvPr/>
      </p:nvGrpSpPr>
      <p:grpSpPr>
        <a:xfrm>
          <a:off x="0" y="0"/>
          <a:ext cx="0" cy="0"/>
          <a:chOff x="0" y="0"/>
          <a:chExt cx="0" cy="0"/>
        </a:xfrm>
      </p:grpSpPr>
      <p:sp>
        <p:nvSpPr>
          <p:cNvPr id="214" name="Google Shape;214;p22"/>
          <p:cNvSpPr txBox="1">
            <a:spLocks noGrp="1"/>
          </p:cNvSpPr>
          <p:nvPr>
            <p:ph type="title"/>
          </p:nvPr>
        </p:nvSpPr>
        <p:spPr>
          <a:xfrm>
            <a:off x="73146" y="-16450"/>
            <a:ext cx="4630500" cy="2641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p:cSld name="SECTION_HEADER_2_3">
    <p:spTree>
      <p:nvGrpSpPr>
        <p:cNvPr id="1" name="Shape 215"/>
        <p:cNvGrpSpPr/>
        <p:nvPr/>
      </p:nvGrpSpPr>
      <p:grpSpPr>
        <a:xfrm>
          <a:off x="0" y="0"/>
          <a:ext cx="0" cy="0"/>
          <a:chOff x="0" y="0"/>
          <a:chExt cx="0" cy="0"/>
        </a:xfrm>
      </p:grpSpPr>
      <p:sp>
        <p:nvSpPr>
          <p:cNvPr id="216" name="Google Shape;216;p23"/>
          <p:cNvSpPr txBox="1">
            <a:spLocks noGrp="1"/>
          </p:cNvSpPr>
          <p:nvPr>
            <p:ph type="body" idx="1"/>
          </p:nvPr>
        </p:nvSpPr>
        <p:spPr>
          <a:xfrm>
            <a:off x="73150" y="1889025"/>
            <a:ext cx="5068800" cy="17127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17" name="Google Shape;217;p23"/>
          <p:cNvSpPr txBox="1">
            <a:spLocks noGrp="1"/>
          </p:cNvSpPr>
          <p:nvPr>
            <p:ph type="title"/>
          </p:nvPr>
        </p:nvSpPr>
        <p:spPr>
          <a:xfrm>
            <a:off x="73150" y="-16450"/>
            <a:ext cx="5068800" cy="1670700"/>
          </a:xfrm>
          <a:prstGeom prst="rect">
            <a:avLst/>
          </a:prstGeom>
        </p:spPr>
        <p:txBody>
          <a:bodyPr spcFirstLastPara="1" wrap="square" lIns="91425" tIns="91425" rIns="91425" bIns="91425" anchor="t" anchorCtr="0">
            <a:noAutofit/>
          </a:bodyPr>
          <a:lstStyle>
            <a:lvl1pPr lvl="0">
              <a:spcBef>
                <a:spcPts val="0"/>
              </a:spcBef>
              <a:spcAft>
                <a:spcPts val="0"/>
              </a:spcAft>
              <a:buSzPts val="6500"/>
              <a:buNone/>
              <a:defRPr/>
            </a:lvl1pPr>
            <a:lvl2pPr lvl="1">
              <a:spcBef>
                <a:spcPts val="0"/>
              </a:spcBef>
              <a:spcAft>
                <a:spcPts val="0"/>
              </a:spcAft>
              <a:buSzPts val="6500"/>
              <a:buNone/>
              <a:defRPr/>
            </a:lvl2pPr>
            <a:lvl3pPr lvl="2">
              <a:spcBef>
                <a:spcPts val="0"/>
              </a:spcBef>
              <a:spcAft>
                <a:spcPts val="0"/>
              </a:spcAft>
              <a:buSzPts val="6500"/>
              <a:buNone/>
              <a:defRPr/>
            </a:lvl3pPr>
            <a:lvl4pPr lvl="3">
              <a:spcBef>
                <a:spcPts val="0"/>
              </a:spcBef>
              <a:spcAft>
                <a:spcPts val="0"/>
              </a:spcAft>
              <a:buSzPts val="6500"/>
              <a:buNone/>
              <a:defRPr/>
            </a:lvl4pPr>
            <a:lvl5pPr lvl="4">
              <a:spcBef>
                <a:spcPts val="0"/>
              </a:spcBef>
              <a:spcAft>
                <a:spcPts val="0"/>
              </a:spcAft>
              <a:buSzPts val="6500"/>
              <a:buNone/>
              <a:defRPr/>
            </a:lvl5pPr>
            <a:lvl6pPr lvl="5">
              <a:spcBef>
                <a:spcPts val="0"/>
              </a:spcBef>
              <a:spcAft>
                <a:spcPts val="0"/>
              </a:spcAft>
              <a:buSzPts val="6500"/>
              <a:buNone/>
              <a:defRPr/>
            </a:lvl6pPr>
            <a:lvl7pPr lvl="6">
              <a:spcBef>
                <a:spcPts val="0"/>
              </a:spcBef>
              <a:spcAft>
                <a:spcPts val="0"/>
              </a:spcAft>
              <a:buSzPts val="6500"/>
              <a:buNone/>
              <a:defRPr/>
            </a:lvl7pPr>
            <a:lvl8pPr lvl="7">
              <a:spcBef>
                <a:spcPts val="0"/>
              </a:spcBef>
              <a:spcAft>
                <a:spcPts val="0"/>
              </a:spcAft>
              <a:buSzPts val="6500"/>
              <a:buNone/>
              <a:defRPr/>
            </a:lvl8pPr>
            <a:lvl9pPr lvl="8">
              <a:spcBef>
                <a:spcPts val="0"/>
              </a:spcBef>
              <a:spcAft>
                <a:spcPts val="0"/>
              </a:spcAft>
              <a:buSzPts val="6500"/>
              <a:buNone/>
              <a:defRPr/>
            </a:lvl9pPr>
          </a:lstStyle>
          <a:p>
            <a:endParaRPr/>
          </a:p>
        </p:txBody>
      </p:sp>
    </p:spTree>
  </p:cSld>
  <p:clrMapOvr>
    <a:masterClrMapping/>
  </p:clrMapOvr>
  <p:extLst>
    <p:ext uri="{DCECCB84-F9BA-43D5-87BE-67443E8EF086}">
      <p15:sldGuideLst xmlns:p15="http://schemas.microsoft.com/office/powerpoint/2012/main">
        <p15:guide id="1" orient="horz" pos="119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p:cSld name="TITLE_AND_BODY_4_1_1_1">
    <p:spTree>
      <p:nvGrpSpPr>
        <p:cNvPr id="1" name="Shape 218"/>
        <p:cNvGrpSpPr/>
        <p:nvPr/>
      </p:nvGrpSpPr>
      <p:grpSpPr>
        <a:xfrm>
          <a:off x="0" y="0"/>
          <a:ext cx="0" cy="0"/>
          <a:chOff x="0" y="0"/>
          <a:chExt cx="0" cy="0"/>
        </a:xfrm>
      </p:grpSpPr>
      <p:cxnSp>
        <p:nvCxnSpPr>
          <p:cNvPr id="219" name="Google Shape;219;p24"/>
          <p:cNvCxnSpPr/>
          <p:nvPr/>
        </p:nvCxnSpPr>
        <p:spPr>
          <a:xfrm rot="10800000">
            <a:off x="25694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220" name="Google Shape;220;p24"/>
          <p:cNvCxnSpPr/>
          <p:nvPr/>
        </p:nvCxnSpPr>
        <p:spPr>
          <a:xfrm rot="10800000">
            <a:off x="5815504"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221" name="Google Shape;221;p24"/>
          <p:cNvSpPr txBox="1">
            <a:spLocks noGrp="1"/>
          </p:cNvSpPr>
          <p:nvPr>
            <p:ph type="body" idx="1"/>
          </p:nvPr>
        </p:nvSpPr>
        <p:spPr>
          <a:xfrm>
            <a:off x="6057350" y="56250"/>
            <a:ext cx="2807100" cy="49242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22" name="Google Shape;222;p24"/>
          <p:cNvSpPr txBox="1">
            <a:spLocks noGrp="1"/>
          </p:cNvSpPr>
          <p:nvPr>
            <p:ph type="title"/>
          </p:nvPr>
        </p:nvSpPr>
        <p:spPr>
          <a:xfrm>
            <a:off x="73225" y="41875"/>
            <a:ext cx="2426400" cy="16311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23" name="Google Shape;223;p24"/>
          <p:cNvSpPr txBox="1">
            <a:spLocks noGrp="1"/>
          </p:cNvSpPr>
          <p:nvPr>
            <p:ph type="body" idx="2"/>
          </p:nvPr>
        </p:nvSpPr>
        <p:spPr>
          <a:xfrm>
            <a:off x="2766550" y="56250"/>
            <a:ext cx="2807100" cy="49242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p:cSld name="TITLE_1_2">
    <p:bg>
      <p:bgPr>
        <a:solidFill>
          <a:schemeClr val="lt2"/>
        </a:solidFill>
        <a:effectLst/>
      </p:bgPr>
    </p:bg>
    <p:spTree>
      <p:nvGrpSpPr>
        <p:cNvPr id="1" name="Shape 224"/>
        <p:cNvGrpSpPr/>
        <p:nvPr/>
      </p:nvGrpSpPr>
      <p:grpSpPr>
        <a:xfrm>
          <a:off x="0" y="0"/>
          <a:ext cx="0" cy="0"/>
          <a:chOff x="0" y="0"/>
          <a:chExt cx="0" cy="0"/>
        </a:xfrm>
      </p:grpSpPr>
      <p:sp>
        <p:nvSpPr>
          <p:cNvPr id="225" name="Google Shape;225;p25"/>
          <p:cNvSpPr txBox="1">
            <a:spLocks noGrp="1"/>
          </p:cNvSpPr>
          <p:nvPr>
            <p:ph type="title"/>
          </p:nvPr>
        </p:nvSpPr>
        <p:spPr>
          <a:xfrm>
            <a:off x="73150" y="2502300"/>
            <a:ext cx="4630500" cy="24780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one column text">
  <p:cSld name="SECTION_HEADER_2_2">
    <p:spTree>
      <p:nvGrpSpPr>
        <p:cNvPr id="1" name="Shape 226"/>
        <p:cNvGrpSpPr/>
        <p:nvPr/>
      </p:nvGrpSpPr>
      <p:grpSpPr>
        <a:xfrm>
          <a:off x="0" y="0"/>
          <a:ext cx="0" cy="0"/>
          <a:chOff x="0" y="0"/>
          <a:chExt cx="0" cy="0"/>
        </a:xfrm>
      </p:grpSpPr>
      <p:sp>
        <p:nvSpPr>
          <p:cNvPr id="227" name="Google Shape;227;p26"/>
          <p:cNvSpPr txBox="1">
            <a:spLocks noGrp="1"/>
          </p:cNvSpPr>
          <p:nvPr>
            <p:ph type="body" idx="1"/>
          </p:nvPr>
        </p:nvSpPr>
        <p:spPr>
          <a:xfrm>
            <a:off x="73150" y="2511975"/>
            <a:ext cx="4173900" cy="16707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28" name="Google Shape;228;p26"/>
          <p:cNvSpPr txBox="1">
            <a:spLocks noGrp="1"/>
          </p:cNvSpPr>
          <p:nvPr>
            <p:ph type="subTitle" idx="2"/>
          </p:nvPr>
        </p:nvSpPr>
        <p:spPr>
          <a:xfrm>
            <a:off x="73150" y="1581063"/>
            <a:ext cx="4173900" cy="1004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a:endParaRPr/>
          </a:p>
        </p:txBody>
      </p:sp>
      <p:sp>
        <p:nvSpPr>
          <p:cNvPr id="229" name="Google Shape;229;p26"/>
          <p:cNvSpPr txBox="1">
            <a:spLocks noGrp="1"/>
          </p:cNvSpPr>
          <p:nvPr>
            <p:ph type="title"/>
          </p:nvPr>
        </p:nvSpPr>
        <p:spPr>
          <a:xfrm>
            <a:off x="73150" y="-16450"/>
            <a:ext cx="6367200" cy="1670700"/>
          </a:xfrm>
          <a:prstGeom prst="rect">
            <a:avLst/>
          </a:prstGeom>
        </p:spPr>
        <p:txBody>
          <a:bodyPr spcFirstLastPara="1" wrap="square" lIns="91425" tIns="91425" rIns="91425" bIns="91425" anchor="t" anchorCtr="0">
            <a:noAutofit/>
          </a:bodyPr>
          <a:lstStyle>
            <a:lvl1pPr lvl="0">
              <a:spcBef>
                <a:spcPts val="0"/>
              </a:spcBef>
              <a:spcAft>
                <a:spcPts val="0"/>
              </a:spcAft>
              <a:buSzPts val="6500"/>
              <a:buNone/>
              <a:defRPr/>
            </a:lvl1pPr>
            <a:lvl2pPr lvl="1">
              <a:spcBef>
                <a:spcPts val="0"/>
              </a:spcBef>
              <a:spcAft>
                <a:spcPts val="0"/>
              </a:spcAft>
              <a:buSzPts val="6500"/>
              <a:buNone/>
              <a:defRPr/>
            </a:lvl2pPr>
            <a:lvl3pPr lvl="2">
              <a:spcBef>
                <a:spcPts val="0"/>
              </a:spcBef>
              <a:spcAft>
                <a:spcPts val="0"/>
              </a:spcAft>
              <a:buSzPts val="6500"/>
              <a:buNone/>
              <a:defRPr/>
            </a:lvl3pPr>
            <a:lvl4pPr lvl="3">
              <a:spcBef>
                <a:spcPts val="0"/>
              </a:spcBef>
              <a:spcAft>
                <a:spcPts val="0"/>
              </a:spcAft>
              <a:buSzPts val="6500"/>
              <a:buNone/>
              <a:defRPr/>
            </a:lvl4pPr>
            <a:lvl5pPr lvl="4">
              <a:spcBef>
                <a:spcPts val="0"/>
              </a:spcBef>
              <a:spcAft>
                <a:spcPts val="0"/>
              </a:spcAft>
              <a:buSzPts val="6500"/>
              <a:buNone/>
              <a:defRPr/>
            </a:lvl5pPr>
            <a:lvl6pPr lvl="5">
              <a:spcBef>
                <a:spcPts val="0"/>
              </a:spcBef>
              <a:spcAft>
                <a:spcPts val="0"/>
              </a:spcAft>
              <a:buSzPts val="6500"/>
              <a:buNone/>
              <a:defRPr/>
            </a:lvl6pPr>
            <a:lvl7pPr lvl="6">
              <a:spcBef>
                <a:spcPts val="0"/>
              </a:spcBef>
              <a:spcAft>
                <a:spcPts val="0"/>
              </a:spcAft>
              <a:buSzPts val="6500"/>
              <a:buNone/>
              <a:defRPr/>
            </a:lvl7pPr>
            <a:lvl8pPr lvl="7">
              <a:spcBef>
                <a:spcPts val="0"/>
              </a:spcBef>
              <a:spcAft>
                <a:spcPts val="0"/>
              </a:spcAft>
              <a:buSzPts val="6500"/>
              <a:buNone/>
              <a:defRPr/>
            </a:lvl8pPr>
            <a:lvl9pPr lvl="8">
              <a:spcBef>
                <a:spcPts val="0"/>
              </a:spcBef>
              <a:spcAft>
                <a:spcPts val="0"/>
              </a:spcAft>
              <a:buSzPts val="6500"/>
              <a:buNone/>
              <a:defRPr/>
            </a:lvl9pPr>
          </a:lstStyle>
          <a:p>
            <a:endParaRPr/>
          </a:p>
        </p:txBody>
      </p:sp>
    </p:spTree>
  </p:cSld>
  <p:clrMapOvr>
    <a:masterClrMapping/>
  </p:clrMapOvr>
  <p:extLst>
    <p:ext uri="{DCECCB84-F9BA-43D5-87BE-67443E8EF086}">
      <p15:sldGuideLst xmlns:p15="http://schemas.microsoft.com/office/powerpoint/2012/main">
        <p15:guide id="1" orient="horz" pos="119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TITLE_1_3">
    <p:bg>
      <p:bgPr>
        <a:solidFill>
          <a:schemeClr val="lt1"/>
        </a:solidFill>
        <a:effectLst/>
      </p:bgPr>
    </p:bg>
    <p:spTree>
      <p:nvGrpSpPr>
        <p:cNvPr id="1" name="Shape 230"/>
        <p:cNvGrpSpPr/>
        <p:nvPr/>
      </p:nvGrpSpPr>
      <p:grpSpPr>
        <a:xfrm>
          <a:off x="0" y="0"/>
          <a:ext cx="0" cy="0"/>
          <a:chOff x="0" y="0"/>
          <a:chExt cx="0" cy="0"/>
        </a:xfrm>
      </p:grpSpPr>
      <p:sp>
        <p:nvSpPr>
          <p:cNvPr id="231" name="Google Shape;231;p27"/>
          <p:cNvSpPr txBox="1">
            <a:spLocks noGrp="1"/>
          </p:cNvSpPr>
          <p:nvPr>
            <p:ph type="title"/>
          </p:nvPr>
        </p:nvSpPr>
        <p:spPr>
          <a:xfrm>
            <a:off x="73146" y="-16450"/>
            <a:ext cx="4630500" cy="2641200"/>
          </a:xfrm>
          <a:prstGeom prst="rect">
            <a:avLst/>
          </a:prstGeom>
        </p:spPr>
        <p:txBody>
          <a:bodyPr spcFirstLastPara="1" wrap="square" lIns="91425" tIns="91425" rIns="91425" bIns="91425" anchor="t" anchorCtr="0">
            <a:noAutofit/>
          </a:bodyPr>
          <a:lstStyle>
            <a:lvl1pPr lvl="0">
              <a:spcBef>
                <a:spcPts val="0"/>
              </a:spcBef>
              <a:spcAft>
                <a:spcPts val="0"/>
              </a:spcAft>
              <a:buSzPts val="6500"/>
              <a:buNone/>
              <a:defRPr/>
            </a:lvl1pPr>
            <a:lvl2pPr lvl="1">
              <a:spcBef>
                <a:spcPts val="0"/>
              </a:spcBef>
              <a:spcAft>
                <a:spcPts val="0"/>
              </a:spcAft>
              <a:buSzPts val="6500"/>
              <a:buNone/>
              <a:defRPr/>
            </a:lvl2pPr>
            <a:lvl3pPr lvl="2">
              <a:spcBef>
                <a:spcPts val="0"/>
              </a:spcBef>
              <a:spcAft>
                <a:spcPts val="0"/>
              </a:spcAft>
              <a:buSzPts val="6500"/>
              <a:buNone/>
              <a:defRPr/>
            </a:lvl3pPr>
            <a:lvl4pPr lvl="3">
              <a:spcBef>
                <a:spcPts val="0"/>
              </a:spcBef>
              <a:spcAft>
                <a:spcPts val="0"/>
              </a:spcAft>
              <a:buSzPts val="6500"/>
              <a:buNone/>
              <a:defRPr/>
            </a:lvl4pPr>
            <a:lvl5pPr lvl="4">
              <a:spcBef>
                <a:spcPts val="0"/>
              </a:spcBef>
              <a:spcAft>
                <a:spcPts val="0"/>
              </a:spcAft>
              <a:buSzPts val="6500"/>
              <a:buNone/>
              <a:defRPr/>
            </a:lvl5pPr>
            <a:lvl6pPr lvl="5">
              <a:spcBef>
                <a:spcPts val="0"/>
              </a:spcBef>
              <a:spcAft>
                <a:spcPts val="0"/>
              </a:spcAft>
              <a:buSzPts val="6500"/>
              <a:buNone/>
              <a:defRPr/>
            </a:lvl6pPr>
            <a:lvl7pPr lvl="6">
              <a:spcBef>
                <a:spcPts val="0"/>
              </a:spcBef>
              <a:spcAft>
                <a:spcPts val="0"/>
              </a:spcAft>
              <a:buSzPts val="6500"/>
              <a:buNone/>
              <a:defRPr/>
            </a:lvl7pPr>
            <a:lvl8pPr lvl="7">
              <a:spcBef>
                <a:spcPts val="0"/>
              </a:spcBef>
              <a:spcAft>
                <a:spcPts val="0"/>
              </a:spcAft>
              <a:buSzPts val="6500"/>
              <a:buNone/>
              <a:defRPr/>
            </a:lvl8pPr>
            <a:lvl9pPr lvl="8">
              <a:spcBef>
                <a:spcPts val="0"/>
              </a:spcBef>
              <a:spcAft>
                <a:spcPts val="0"/>
              </a:spcAft>
              <a:buSzPts val="65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ustom section title and description">
  <p:cSld name="TITLE_1_1_1">
    <p:bg>
      <p:bgPr>
        <a:solidFill>
          <a:schemeClr val="lt2"/>
        </a:solidFill>
        <a:effectLst/>
      </p:bgPr>
    </p:bg>
    <p:spTree>
      <p:nvGrpSpPr>
        <p:cNvPr id="1" name="Shape 232"/>
        <p:cNvGrpSpPr/>
        <p:nvPr/>
      </p:nvGrpSpPr>
      <p:grpSpPr>
        <a:xfrm>
          <a:off x="0" y="0"/>
          <a:ext cx="0" cy="0"/>
          <a:chOff x="0" y="0"/>
          <a:chExt cx="0" cy="0"/>
        </a:xfrm>
      </p:grpSpPr>
      <p:sp>
        <p:nvSpPr>
          <p:cNvPr id="233" name="Google Shape;233;p28"/>
          <p:cNvSpPr txBox="1">
            <a:spLocks noGrp="1"/>
          </p:cNvSpPr>
          <p:nvPr>
            <p:ph type="title"/>
          </p:nvPr>
        </p:nvSpPr>
        <p:spPr>
          <a:xfrm>
            <a:off x="73150" y="-16450"/>
            <a:ext cx="5203500" cy="2605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a:endParaRPr/>
          </a:p>
        </p:txBody>
      </p:sp>
      <p:sp>
        <p:nvSpPr>
          <p:cNvPr id="234" name="Google Shape;234;p28"/>
          <p:cNvSpPr txBox="1">
            <a:spLocks noGrp="1"/>
          </p:cNvSpPr>
          <p:nvPr>
            <p:ph type="subTitle" idx="1"/>
          </p:nvPr>
        </p:nvSpPr>
        <p:spPr>
          <a:xfrm>
            <a:off x="73150" y="2559625"/>
            <a:ext cx="4717800" cy="9468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3600"/>
              <a:buNone/>
              <a:defRPr>
                <a:solidFill>
                  <a:schemeClr val="dk2"/>
                </a:solidFill>
              </a:defRPr>
            </a:lvl1pPr>
            <a:lvl2pPr lvl="1">
              <a:lnSpc>
                <a:spcPct val="80000"/>
              </a:lnSpc>
              <a:spcBef>
                <a:spcPts val="0"/>
              </a:spcBef>
              <a:spcAft>
                <a:spcPts val="0"/>
              </a:spcAft>
              <a:buClr>
                <a:schemeClr val="dk2"/>
              </a:buClr>
              <a:buSzPts val="3600"/>
              <a:buNone/>
              <a:defRPr>
                <a:solidFill>
                  <a:schemeClr val="dk2"/>
                </a:solidFill>
              </a:defRPr>
            </a:lvl2pPr>
            <a:lvl3pPr lvl="2">
              <a:lnSpc>
                <a:spcPct val="80000"/>
              </a:lnSpc>
              <a:spcBef>
                <a:spcPts val="0"/>
              </a:spcBef>
              <a:spcAft>
                <a:spcPts val="0"/>
              </a:spcAft>
              <a:buClr>
                <a:schemeClr val="dk2"/>
              </a:buClr>
              <a:buSzPts val="3600"/>
              <a:buNone/>
              <a:defRPr>
                <a:solidFill>
                  <a:schemeClr val="dk2"/>
                </a:solidFill>
              </a:defRPr>
            </a:lvl3pPr>
            <a:lvl4pPr lvl="3">
              <a:lnSpc>
                <a:spcPct val="80000"/>
              </a:lnSpc>
              <a:spcBef>
                <a:spcPts val="0"/>
              </a:spcBef>
              <a:spcAft>
                <a:spcPts val="0"/>
              </a:spcAft>
              <a:buClr>
                <a:schemeClr val="dk2"/>
              </a:buClr>
              <a:buSzPts val="3600"/>
              <a:buNone/>
              <a:defRPr>
                <a:solidFill>
                  <a:schemeClr val="dk2"/>
                </a:solidFill>
              </a:defRPr>
            </a:lvl4pPr>
            <a:lvl5pPr lvl="4">
              <a:lnSpc>
                <a:spcPct val="80000"/>
              </a:lnSpc>
              <a:spcBef>
                <a:spcPts val="0"/>
              </a:spcBef>
              <a:spcAft>
                <a:spcPts val="0"/>
              </a:spcAft>
              <a:buClr>
                <a:schemeClr val="dk2"/>
              </a:buClr>
              <a:buSzPts val="3600"/>
              <a:buNone/>
              <a:defRPr>
                <a:solidFill>
                  <a:schemeClr val="dk2"/>
                </a:solidFill>
              </a:defRPr>
            </a:lvl5pPr>
            <a:lvl6pPr lvl="5">
              <a:lnSpc>
                <a:spcPct val="80000"/>
              </a:lnSpc>
              <a:spcBef>
                <a:spcPts val="0"/>
              </a:spcBef>
              <a:spcAft>
                <a:spcPts val="0"/>
              </a:spcAft>
              <a:buClr>
                <a:schemeClr val="dk2"/>
              </a:buClr>
              <a:buSzPts val="3600"/>
              <a:buNone/>
              <a:defRPr>
                <a:solidFill>
                  <a:schemeClr val="dk2"/>
                </a:solidFill>
              </a:defRPr>
            </a:lvl6pPr>
            <a:lvl7pPr lvl="6">
              <a:lnSpc>
                <a:spcPct val="80000"/>
              </a:lnSpc>
              <a:spcBef>
                <a:spcPts val="0"/>
              </a:spcBef>
              <a:spcAft>
                <a:spcPts val="0"/>
              </a:spcAft>
              <a:buClr>
                <a:schemeClr val="dk2"/>
              </a:buClr>
              <a:buSzPts val="3600"/>
              <a:buNone/>
              <a:defRPr>
                <a:solidFill>
                  <a:schemeClr val="dk2"/>
                </a:solidFill>
              </a:defRPr>
            </a:lvl7pPr>
            <a:lvl8pPr lvl="7">
              <a:lnSpc>
                <a:spcPct val="80000"/>
              </a:lnSpc>
              <a:spcBef>
                <a:spcPts val="0"/>
              </a:spcBef>
              <a:spcAft>
                <a:spcPts val="0"/>
              </a:spcAft>
              <a:buClr>
                <a:schemeClr val="dk2"/>
              </a:buClr>
              <a:buSzPts val="3600"/>
              <a:buNone/>
              <a:defRPr>
                <a:solidFill>
                  <a:schemeClr val="dk2"/>
                </a:solidFill>
              </a:defRPr>
            </a:lvl8pPr>
            <a:lvl9pPr lvl="8">
              <a:lnSpc>
                <a:spcPct val="80000"/>
              </a:lnSpc>
              <a:spcBef>
                <a:spcPts val="0"/>
              </a:spcBef>
              <a:spcAft>
                <a:spcPts val="0"/>
              </a:spcAft>
              <a:buClr>
                <a:schemeClr val="dk2"/>
              </a:buClr>
              <a:buSzPts val="3600"/>
              <a:buNone/>
              <a:defRPr>
                <a:solidFill>
                  <a:schemeClr val="dk2"/>
                </a:solidFil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p:cSld name="SECTION_HEADER_2_1">
    <p:spTree>
      <p:nvGrpSpPr>
        <p:cNvPr id="1" name="Shape 235"/>
        <p:cNvGrpSpPr/>
        <p:nvPr/>
      </p:nvGrpSpPr>
      <p:grpSpPr>
        <a:xfrm>
          <a:off x="0" y="0"/>
          <a:ext cx="0" cy="0"/>
          <a:chOff x="0" y="0"/>
          <a:chExt cx="0" cy="0"/>
        </a:xfrm>
      </p:grpSpPr>
      <p:sp>
        <p:nvSpPr>
          <p:cNvPr id="236" name="Google Shape;236;p29"/>
          <p:cNvSpPr txBox="1">
            <a:spLocks noGrp="1"/>
          </p:cNvSpPr>
          <p:nvPr>
            <p:ph type="body" idx="1"/>
          </p:nvPr>
        </p:nvSpPr>
        <p:spPr>
          <a:xfrm>
            <a:off x="73150" y="114300"/>
            <a:ext cx="1827000" cy="328500"/>
          </a:xfrm>
          <a:prstGeom prst="rect">
            <a:avLst/>
          </a:prstGeom>
        </p:spPr>
        <p:txBody>
          <a:bodyPr spcFirstLastPara="1" wrap="square" lIns="91425" tIns="91425" rIns="91425" bIns="91425" anchor="t" anchorCtr="0">
            <a:noAutofit/>
          </a:bodyPr>
          <a:lstStyle>
            <a:lvl1pPr marL="457200" lvl="0"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1pPr>
            <a:lvl2pPr marL="914400" lvl="1"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2pPr>
            <a:lvl3pPr marL="1371600" lvl="2"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3pPr>
            <a:lvl4pPr marL="1828800" lvl="3"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4pPr>
            <a:lvl5pPr marL="2286000" lvl="4"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5pPr>
            <a:lvl6pPr marL="2743200" lvl="5"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6pPr>
            <a:lvl7pPr marL="3200400" lvl="6"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7pPr>
            <a:lvl8pPr marL="3657600" lvl="7"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8pPr>
            <a:lvl9pPr marL="4114800" lvl="8" indent="-28575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number">
  <p:cSld name="SECTION_HEADER_1_1_1_1">
    <p:spTree>
      <p:nvGrpSpPr>
        <p:cNvPr id="1" name="Shape 237"/>
        <p:cNvGrpSpPr/>
        <p:nvPr/>
      </p:nvGrpSpPr>
      <p:grpSpPr>
        <a:xfrm>
          <a:off x="0" y="0"/>
          <a:ext cx="0" cy="0"/>
          <a:chOff x="0" y="0"/>
          <a:chExt cx="0" cy="0"/>
        </a:xfrm>
      </p:grpSpPr>
      <p:cxnSp>
        <p:nvCxnSpPr>
          <p:cNvPr id="238" name="Google Shape;238;p30"/>
          <p:cNvCxnSpPr/>
          <p:nvPr/>
        </p:nvCxnSpPr>
        <p:spPr>
          <a:xfrm rot="10800000">
            <a:off x="4307604"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239" name="Google Shape;239;p30"/>
          <p:cNvSpPr txBox="1">
            <a:spLocks noGrp="1"/>
          </p:cNvSpPr>
          <p:nvPr>
            <p:ph type="title"/>
          </p:nvPr>
        </p:nvSpPr>
        <p:spPr>
          <a:xfrm>
            <a:off x="73225" y="41875"/>
            <a:ext cx="4099500" cy="2657700"/>
          </a:xfrm>
          <a:prstGeom prst="rect">
            <a:avLst/>
          </a:prstGeom>
        </p:spPr>
        <p:txBody>
          <a:bodyPr spcFirstLastPara="1" wrap="square" lIns="91425" tIns="91425" rIns="91425" bIns="91425" anchor="t" anchorCtr="0">
            <a:noAutofit/>
          </a:bodyPr>
          <a:lstStyle>
            <a:lvl1pPr lvl="0">
              <a:spcBef>
                <a:spcPts val="0"/>
              </a:spcBef>
              <a:spcAft>
                <a:spcPts val="0"/>
              </a:spcAft>
              <a:buSzPts val="6500"/>
              <a:buNone/>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a:endParaRPr/>
          </a:p>
        </p:txBody>
      </p:sp>
      <p:sp>
        <p:nvSpPr>
          <p:cNvPr id="240" name="Google Shape;240;p30"/>
          <p:cNvSpPr txBox="1">
            <a:spLocks noGrp="1"/>
          </p:cNvSpPr>
          <p:nvPr>
            <p:ph type="body" idx="1"/>
          </p:nvPr>
        </p:nvSpPr>
        <p:spPr>
          <a:xfrm>
            <a:off x="4442425" y="56250"/>
            <a:ext cx="4582800" cy="4924200"/>
          </a:xfrm>
          <a:prstGeom prst="rect">
            <a:avLst/>
          </a:prstGeom>
        </p:spPr>
        <p:txBody>
          <a:bodyPr spcFirstLastPara="1" wrap="square" lIns="91425" tIns="91425" rIns="91425" bIns="91425" anchor="t" anchorCtr="0">
            <a:no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Agenda">
  <p:cSld name="SECTION_HEADER_1_1">
    <p:spTree>
      <p:nvGrpSpPr>
        <p:cNvPr id="1" name="Shape 241"/>
        <p:cNvGrpSpPr/>
        <p:nvPr/>
      </p:nvGrpSpPr>
      <p:grpSpPr>
        <a:xfrm>
          <a:off x="0" y="0"/>
          <a:ext cx="0" cy="0"/>
          <a:chOff x="0" y="0"/>
          <a:chExt cx="0" cy="0"/>
        </a:xfrm>
      </p:grpSpPr>
      <p:cxnSp>
        <p:nvCxnSpPr>
          <p:cNvPr id="242" name="Google Shape;242;p31"/>
          <p:cNvCxnSpPr/>
          <p:nvPr/>
        </p:nvCxnSpPr>
        <p:spPr>
          <a:xfrm rot="10800000">
            <a:off x="4307604"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243" name="Google Shape;243;p31"/>
          <p:cNvSpPr txBox="1">
            <a:spLocks noGrp="1"/>
          </p:cNvSpPr>
          <p:nvPr>
            <p:ph type="title"/>
          </p:nvPr>
        </p:nvSpPr>
        <p:spPr>
          <a:xfrm>
            <a:off x="73225" y="41875"/>
            <a:ext cx="4221300" cy="2657700"/>
          </a:xfrm>
          <a:prstGeom prst="rect">
            <a:avLst/>
          </a:prstGeom>
        </p:spPr>
        <p:txBody>
          <a:bodyPr spcFirstLastPara="1" wrap="square" lIns="91425" tIns="91425" rIns="91425" bIns="91425" anchor="t" anchorCtr="0">
            <a:noAutofit/>
          </a:bodyPr>
          <a:lstStyle>
            <a:lvl1pPr lvl="0">
              <a:spcBef>
                <a:spcPts val="0"/>
              </a:spcBef>
              <a:spcAft>
                <a:spcPts val="0"/>
              </a:spcAft>
              <a:buSzPts val="6500"/>
              <a:buNone/>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a:endParaRPr/>
          </a:p>
        </p:txBody>
      </p:sp>
      <p:sp>
        <p:nvSpPr>
          <p:cNvPr id="244" name="Google Shape;244;p31"/>
          <p:cNvSpPr txBox="1">
            <a:spLocks noGrp="1"/>
          </p:cNvSpPr>
          <p:nvPr>
            <p:ph type="subTitle" idx="1"/>
          </p:nvPr>
        </p:nvSpPr>
        <p:spPr>
          <a:xfrm>
            <a:off x="4442425" y="49375"/>
            <a:ext cx="4432500" cy="5331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45" name="Google Shape;245;p31"/>
          <p:cNvSpPr txBox="1">
            <a:spLocks noGrp="1"/>
          </p:cNvSpPr>
          <p:nvPr>
            <p:ph type="subTitle" idx="2"/>
          </p:nvPr>
        </p:nvSpPr>
        <p:spPr>
          <a:xfrm>
            <a:off x="4442425" y="948380"/>
            <a:ext cx="4432500" cy="5331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46" name="Google Shape;246;p31"/>
          <p:cNvSpPr txBox="1">
            <a:spLocks noGrp="1"/>
          </p:cNvSpPr>
          <p:nvPr>
            <p:ph type="subTitle" idx="3"/>
          </p:nvPr>
        </p:nvSpPr>
        <p:spPr>
          <a:xfrm>
            <a:off x="4442425" y="1847385"/>
            <a:ext cx="4432500" cy="5331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47" name="Google Shape;247;p31"/>
          <p:cNvSpPr txBox="1">
            <a:spLocks noGrp="1"/>
          </p:cNvSpPr>
          <p:nvPr>
            <p:ph type="subTitle" idx="4"/>
          </p:nvPr>
        </p:nvSpPr>
        <p:spPr>
          <a:xfrm>
            <a:off x="4442425" y="2746390"/>
            <a:ext cx="4432500" cy="5331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48" name="Google Shape;248;p31"/>
          <p:cNvSpPr txBox="1">
            <a:spLocks noGrp="1"/>
          </p:cNvSpPr>
          <p:nvPr>
            <p:ph type="subTitle" idx="5"/>
          </p:nvPr>
        </p:nvSpPr>
        <p:spPr>
          <a:xfrm>
            <a:off x="4442425" y="3645395"/>
            <a:ext cx="4432500" cy="5331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49" name="Google Shape;249;p31"/>
          <p:cNvSpPr txBox="1">
            <a:spLocks noGrp="1"/>
          </p:cNvSpPr>
          <p:nvPr>
            <p:ph type="subTitle" idx="6"/>
          </p:nvPr>
        </p:nvSpPr>
        <p:spPr>
          <a:xfrm>
            <a:off x="4442425" y="4544400"/>
            <a:ext cx="4432500" cy="5331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body and image">
  <p:cSld name="CUSTOM_1_1">
    <p:bg>
      <p:bgPr>
        <a:solidFill>
          <a:schemeClr val="lt2"/>
        </a:solidFill>
        <a:effectLst/>
      </p:bgPr>
    </p:bg>
    <p:spTree>
      <p:nvGrpSpPr>
        <p:cNvPr id="1" name="Shape 250"/>
        <p:cNvGrpSpPr/>
        <p:nvPr/>
      </p:nvGrpSpPr>
      <p:grpSpPr>
        <a:xfrm>
          <a:off x="0" y="0"/>
          <a:ext cx="0" cy="0"/>
          <a:chOff x="0" y="0"/>
          <a:chExt cx="0" cy="0"/>
        </a:xfrm>
      </p:grpSpPr>
      <p:cxnSp>
        <p:nvCxnSpPr>
          <p:cNvPr id="251" name="Google Shape;251;p32"/>
          <p:cNvCxnSpPr/>
          <p:nvPr/>
        </p:nvCxnSpPr>
        <p:spPr>
          <a:xfrm rot="10800000">
            <a:off x="4313279" y="66000"/>
            <a:ext cx="0" cy="5011500"/>
          </a:xfrm>
          <a:prstGeom prst="straightConnector1">
            <a:avLst/>
          </a:prstGeom>
          <a:noFill/>
          <a:ln w="19050" cap="flat" cmpd="sng">
            <a:solidFill>
              <a:schemeClr val="dk2"/>
            </a:solidFill>
            <a:prstDash val="solid"/>
            <a:round/>
            <a:headEnd type="none" w="med" len="med"/>
            <a:tailEnd type="none" w="med" len="med"/>
          </a:ln>
        </p:spPr>
      </p:cxnSp>
      <p:sp>
        <p:nvSpPr>
          <p:cNvPr id="252" name="Google Shape;252;p32"/>
          <p:cNvSpPr txBox="1">
            <a:spLocks noGrp="1"/>
          </p:cNvSpPr>
          <p:nvPr>
            <p:ph type="title"/>
          </p:nvPr>
        </p:nvSpPr>
        <p:spPr>
          <a:xfrm>
            <a:off x="4430121" y="-16450"/>
            <a:ext cx="4630500" cy="2641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a:endParaRPr/>
          </a:p>
        </p:txBody>
      </p:sp>
      <p:sp>
        <p:nvSpPr>
          <p:cNvPr id="253" name="Google Shape;253;p32"/>
          <p:cNvSpPr txBox="1">
            <a:spLocks noGrp="1"/>
          </p:cNvSpPr>
          <p:nvPr>
            <p:ph type="body" idx="1"/>
          </p:nvPr>
        </p:nvSpPr>
        <p:spPr>
          <a:xfrm>
            <a:off x="4447575" y="3024250"/>
            <a:ext cx="4577700" cy="1956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marL="914400" lvl="1"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marL="1371600" lvl="2"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marL="1828800" lvl="3"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marL="2286000" lvl="4"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marL="2743200" lvl="5"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marL="3200400" lvl="6"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marL="3657600" lvl="7"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marL="4114800" lvl="8" indent="-31115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a:endParaRPr/>
          </a:p>
        </p:txBody>
      </p:sp>
      <p:sp>
        <p:nvSpPr>
          <p:cNvPr id="254" name="Google Shape;254;p32"/>
          <p:cNvSpPr>
            <a:spLocks noGrp="1"/>
          </p:cNvSpPr>
          <p:nvPr>
            <p:ph type="pic" idx="2"/>
          </p:nvPr>
        </p:nvSpPr>
        <p:spPr>
          <a:xfrm>
            <a:off x="118850" y="109450"/>
            <a:ext cx="4058400" cy="4870800"/>
          </a:xfrm>
          <a:prstGeom prst="rect">
            <a:avLst/>
          </a:prstGeom>
          <a:noFill/>
          <a:ln>
            <a:noFill/>
          </a:ln>
        </p:spPr>
        <p:txBody>
          <a:bodyPr/>
          <a:lstStyle/>
          <a:p>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wo big ideas">
  <p:cSld name="TITLE_AND_BODY_4">
    <p:spTree>
      <p:nvGrpSpPr>
        <p:cNvPr id="1" name="Shape 255"/>
        <p:cNvGrpSpPr/>
        <p:nvPr/>
      </p:nvGrpSpPr>
      <p:grpSpPr>
        <a:xfrm>
          <a:off x="0" y="0"/>
          <a:ext cx="0" cy="0"/>
          <a:chOff x="0" y="0"/>
          <a:chExt cx="0" cy="0"/>
        </a:xfrm>
      </p:grpSpPr>
      <p:cxnSp>
        <p:nvCxnSpPr>
          <p:cNvPr id="256" name="Google Shape;256;p33"/>
          <p:cNvCxnSpPr/>
          <p:nvPr/>
        </p:nvCxnSpPr>
        <p:spPr>
          <a:xfrm rot="10800000">
            <a:off x="25694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257" name="Google Shape;257;p33"/>
          <p:cNvCxnSpPr/>
          <p:nvPr/>
        </p:nvCxnSpPr>
        <p:spPr>
          <a:xfrm rot="10800000">
            <a:off x="51514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258" name="Google Shape;258;p33"/>
          <p:cNvSpPr txBox="1">
            <a:spLocks noGrp="1"/>
          </p:cNvSpPr>
          <p:nvPr>
            <p:ph type="body" idx="1"/>
          </p:nvPr>
        </p:nvSpPr>
        <p:spPr>
          <a:xfrm>
            <a:off x="5291625" y="56250"/>
            <a:ext cx="3651300" cy="16311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59" name="Google Shape;259;p33"/>
          <p:cNvSpPr txBox="1">
            <a:spLocks noGrp="1"/>
          </p:cNvSpPr>
          <p:nvPr>
            <p:ph type="body" idx="2"/>
          </p:nvPr>
        </p:nvSpPr>
        <p:spPr>
          <a:xfrm>
            <a:off x="5291625" y="1944426"/>
            <a:ext cx="3651300" cy="16311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60" name="Google Shape;260;p33"/>
          <p:cNvSpPr txBox="1">
            <a:spLocks noGrp="1"/>
          </p:cNvSpPr>
          <p:nvPr>
            <p:ph type="subTitle" idx="3"/>
          </p:nvPr>
        </p:nvSpPr>
        <p:spPr>
          <a:xfrm>
            <a:off x="2723888" y="49375"/>
            <a:ext cx="2273100" cy="17694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61" name="Google Shape;261;p33"/>
          <p:cNvSpPr txBox="1">
            <a:spLocks noGrp="1"/>
          </p:cNvSpPr>
          <p:nvPr>
            <p:ph type="subTitle" idx="4"/>
          </p:nvPr>
        </p:nvSpPr>
        <p:spPr>
          <a:xfrm>
            <a:off x="2723888" y="1902800"/>
            <a:ext cx="2273100" cy="17694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62" name="Google Shape;262;p33"/>
          <p:cNvSpPr txBox="1">
            <a:spLocks noGrp="1"/>
          </p:cNvSpPr>
          <p:nvPr>
            <p:ph type="title"/>
          </p:nvPr>
        </p:nvSpPr>
        <p:spPr>
          <a:xfrm>
            <a:off x="73225" y="41875"/>
            <a:ext cx="2426400" cy="16311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hree big ideas">
  <p:cSld name="TITLE_AND_BODY_5_1">
    <p:spTree>
      <p:nvGrpSpPr>
        <p:cNvPr id="1" name="Shape 263"/>
        <p:cNvGrpSpPr/>
        <p:nvPr/>
      </p:nvGrpSpPr>
      <p:grpSpPr>
        <a:xfrm>
          <a:off x="0" y="0"/>
          <a:ext cx="0" cy="0"/>
          <a:chOff x="0" y="0"/>
          <a:chExt cx="0" cy="0"/>
        </a:xfrm>
      </p:grpSpPr>
      <p:cxnSp>
        <p:nvCxnSpPr>
          <p:cNvPr id="264" name="Google Shape;264;p34"/>
          <p:cNvCxnSpPr/>
          <p:nvPr/>
        </p:nvCxnSpPr>
        <p:spPr>
          <a:xfrm rot="10800000">
            <a:off x="25694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265" name="Google Shape;265;p34"/>
          <p:cNvCxnSpPr/>
          <p:nvPr/>
        </p:nvCxnSpPr>
        <p:spPr>
          <a:xfrm rot="10800000">
            <a:off x="51514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266" name="Google Shape;266;p34"/>
          <p:cNvSpPr txBox="1">
            <a:spLocks noGrp="1"/>
          </p:cNvSpPr>
          <p:nvPr>
            <p:ph type="body" idx="1"/>
          </p:nvPr>
        </p:nvSpPr>
        <p:spPr>
          <a:xfrm>
            <a:off x="5291625" y="56250"/>
            <a:ext cx="3651300" cy="10026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67" name="Google Shape;267;p34"/>
          <p:cNvSpPr txBox="1">
            <a:spLocks noGrp="1"/>
          </p:cNvSpPr>
          <p:nvPr>
            <p:ph type="subTitle" idx="2"/>
          </p:nvPr>
        </p:nvSpPr>
        <p:spPr>
          <a:xfrm>
            <a:off x="2723888" y="49375"/>
            <a:ext cx="22731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68" name="Google Shape;268;p34"/>
          <p:cNvSpPr txBox="1">
            <a:spLocks noGrp="1"/>
          </p:cNvSpPr>
          <p:nvPr>
            <p:ph type="title"/>
          </p:nvPr>
        </p:nvSpPr>
        <p:spPr>
          <a:xfrm>
            <a:off x="73225" y="41875"/>
            <a:ext cx="2426400" cy="16311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69" name="Google Shape;269;p34"/>
          <p:cNvSpPr txBox="1">
            <a:spLocks noGrp="1"/>
          </p:cNvSpPr>
          <p:nvPr>
            <p:ph type="subTitle" idx="3"/>
          </p:nvPr>
        </p:nvSpPr>
        <p:spPr>
          <a:xfrm>
            <a:off x="2723888" y="1358842"/>
            <a:ext cx="22731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70" name="Google Shape;270;p34"/>
          <p:cNvSpPr txBox="1">
            <a:spLocks noGrp="1"/>
          </p:cNvSpPr>
          <p:nvPr>
            <p:ph type="subTitle" idx="4"/>
          </p:nvPr>
        </p:nvSpPr>
        <p:spPr>
          <a:xfrm>
            <a:off x="2723888" y="2668308"/>
            <a:ext cx="22731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71" name="Google Shape;271;p34"/>
          <p:cNvSpPr txBox="1">
            <a:spLocks noGrp="1"/>
          </p:cNvSpPr>
          <p:nvPr>
            <p:ph type="body" idx="5"/>
          </p:nvPr>
        </p:nvSpPr>
        <p:spPr>
          <a:xfrm>
            <a:off x="5291625" y="1358850"/>
            <a:ext cx="3651300" cy="10026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72" name="Google Shape;272;p34"/>
          <p:cNvSpPr txBox="1">
            <a:spLocks noGrp="1"/>
          </p:cNvSpPr>
          <p:nvPr>
            <p:ph type="body" idx="6"/>
          </p:nvPr>
        </p:nvSpPr>
        <p:spPr>
          <a:xfrm>
            <a:off x="5291625" y="2668300"/>
            <a:ext cx="3651300" cy="10026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Four big ideas">
  <p:cSld name="TITLE_AND_BODY_5">
    <p:spTree>
      <p:nvGrpSpPr>
        <p:cNvPr id="1" name="Shape 273"/>
        <p:cNvGrpSpPr/>
        <p:nvPr/>
      </p:nvGrpSpPr>
      <p:grpSpPr>
        <a:xfrm>
          <a:off x="0" y="0"/>
          <a:ext cx="0" cy="0"/>
          <a:chOff x="0" y="0"/>
          <a:chExt cx="0" cy="0"/>
        </a:xfrm>
      </p:grpSpPr>
      <p:cxnSp>
        <p:nvCxnSpPr>
          <p:cNvPr id="274" name="Google Shape;274;p35"/>
          <p:cNvCxnSpPr/>
          <p:nvPr/>
        </p:nvCxnSpPr>
        <p:spPr>
          <a:xfrm rot="10800000">
            <a:off x="25694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275" name="Google Shape;275;p35"/>
          <p:cNvCxnSpPr/>
          <p:nvPr/>
        </p:nvCxnSpPr>
        <p:spPr>
          <a:xfrm rot="10800000">
            <a:off x="51514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276" name="Google Shape;276;p35"/>
          <p:cNvSpPr txBox="1">
            <a:spLocks noGrp="1"/>
          </p:cNvSpPr>
          <p:nvPr>
            <p:ph type="body" idx="1"/>
          </p:nvPr>
        </p:nvSpPr>
        <p:spPr>
          <a:xfrm>
            <a:off x="5291625" y="56250"/>
            <a:ext cx="3651300" cy="10026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77" name="Google Shape;277;p35"/>
          <p:cNvSpPr txBox="1">
            <a:spLocks noGrp="1"/>
          </p:cNvSpPr>
          <p:nvPr>
            <p:ph type="subTitle" idx="2"/>
          </p:nvPr>
        </p:nvSpPr>
        <p:spPr>
          <a:xfrm>
            <a:off x="2723888" y="49375"/>
            <a:ext cx="22731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78" name="Google Shape;278;p35"/>
          <p:cNvSpPr txBox="1">
            <a:spLocks noGrp="1"/>
          </p:cNvSpPr>
          <p:nvPr>
            <p:ph type="title"/>
          </p:nvPr>
        </p:nvSpPr>
        <p:spPr>
          <a:xfrm>
            <a:off x="73225" y="41875"/>
            <a:ext cx="2426400" cy="16311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79" name="Google Shape;279;p35"/>
          <p:cNvSpPr txBox="1">
            <a:spLocks noGrp="1"/>
          </p:cNvSpPr>
          <p:nvPr>
            <p:ph type="subTitle" idx="3"/>
          </p:nvPr>
        </p:nvSpPr>
        <p:spPr>
          <a:xfrm>
            <a:off x="2723888" y="1358842"/>
            <a:ext cx="22731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80" name="Google Shape;280;p35"/>
          <p:cNvSpPr txBox="1">
            <a:spLocks noGrp="1"/>
          </p:cNvSpPr>
          <p:nvPr>
            <p:ph type="subTitle" idx="4"/>
          </p:nvPr>
        </p:nvSpPr>
        <p:spPr>
          <a:xfrm>
            <a:off x="2723888" y="2668308"/>
            <a:ext cx="22731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81" name="Google Shape;281;p35"/>
          <p:cNvSpPr txBox="1">
            <a:spLocks noGrp="1"/>
          </p:cNvSpPr>
          <p:nvPr>
            <p:ph type="subTitle" idx="5"/>
          </p:nvPr>
        </p:nvSpPr>
        <p:spPr>
          <a:xfrm>
            <a:off x="2723888" y="3977775"/>
            <a:ext cx="22731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82" name="Google Shape;282;p35"/>
          <p:cNvSpPr txBox="1">
            <a:spLocks noGrp="1"/>
          </p:cNvSpPr>
          <p:nvPr>
            <p:ph type="body" idx="6"/>
          </p:nvPr>
        </p:nvSpPr>
        <p:spPr>
          <a:xfrm>
            <a:off x="5291625" y="1358850"/>
            <a:ext cx="3651300" cy="10026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83" name="Google Shape;283;p35"/>
          <p:cNvSpPr txBox="1">
            <a:spLocks noGrp="1"/>
          </p:cNvSpPr>
          <p:nvPr>
            <p:ph type="body" idx="7"/>
          </p:nvPr>
        </p:nvSpPr>
        <p:spPr>
          <a:xfrm>
            <a:off x="5291625" y="2668300"/>
            <a:ext cx="3651300" cy="10026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84" name="Google Shape;284;p35"/>
          <p:cNvSpPr txBox="1">
            <a:spLocks noGrp="1"/>
          </p:cNvSpPr>
          <p:nvPr>
            <p:ph type="body" idx="8"/>
          </p:nvPr>
        </p:nvSpPr>
        <p:spPr>
          <a:xfrm>
            <a:off x="5291625" y="3977775"/>
            <a:ext cx="3651300" cy="10026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image">
  <p:cSld name="CUSTOM_1_1_1_1">
    <p:bg>
      <p:bgPr>
        <a:solidFill>
          <a:schemeClr val="lt2"/>
        </a:solidFill>
        <a:effectLst/>
      </p:bgPr>
    </p:bg>
    <p:spTree>
      <p:nvGrpSpPr>
        <p:cNvPr id="1" name="Shape 285"/>
        <p:cNvGrpSpPr/>
        <p:nvPr/>
      </p:nvGrpSpPr>
      <p:grpSpPr>
        <a:xfrm>
          <a:off x="0" y="0"/>
          <a:ext cx="0" cy="0"/>
          <a:chOff x="0" y="0"/>
          <a:chExt cx="0" cy="0"/>
        </a:xfrm>
      </p:grpSpPr>
      <p:cxnSp>
        <p:nvCxnSpPr>
          <p:cNvPr id="286" name="Google Shape;286;p36"/>
          <p:cNvCxnSpPr/>
          <p:nvPr/>
        </p:nvCxnSpPr>
        <p:spPr>
          <a:xfrm rot="10800000">
            <a:off x="4831604" y="66000"/>
            <a:ext cx="0" cy="5011500"/>
          </a:xfrm>
          <a:prstGeom prst="straightConnector1">
            <a:avLst/>
          </a:prstGeom>
          <a:noFill/>
          <a:ln w="19050" cap="flat" cmpd="sng">
            <a:solidFill>
              <a:schemeClr val="dk2"/>
            </a:solidFill>
            <a:prstDash val="solid"/>
            <a:round/>
            <a:headEnd type="none" w="med" len="med"/>
            <a:tailEnd type="none" w="med" len="med"/>
          </a:ln>
        </p:spPr>
      </p:cxnSp>
      <p:sp>
        <p:nvSpPr>
          <p:cNvPr id="287" name="Google Shape;287;p36"/>
          <p:cNvSpPr>
            <a:spLocks noGrp="1"/>
          </p:cNvSpPr>
          <p:nvPr>
            <p:ph type="pic" idx="2"/>
          </p:nvPr>
        </p:nvSpPr>
        <p:spPr>
          <a:xfrm>
            <a:off x="4966725" y="109450"/>
            <a:ext cx="4058400" cy="4870800"/>
          </a:xfrm>
          <a:prstGeom prst="rect">
            <a:avLst/>
          </a:prstGeom>
          <a:noFill/>
          <a:ln>
            <a:noFill/>
          </a:ln>
        </p:spPr>
        <p:txBody>
          <a:bodyPr/>
          <a:lstStyle/>
          <a:p>
            <a:endParaRPr lang="de-DE"/>
          </a:p>
        </p:txBody>
      </p:sp>
      <p:sp>
        <p:nvSpPr>
          <p:cNvPr id="288" name="Google Shape;288;p36"/>
          <p:cNvSpPr txBox="1">
            <a:spLocks noGrp="1"/>
          </p:cNvSpPr>
          <p:nvPr>
            <p:ph type="title"/>
          </p:nvPr>
        </p:nvSpPr>
        <p:spPr>
          <a:xfrm>
            <a:off x="73146" y="-16450"/>
            <a:ext cx="4630500" cy="2641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a:endParaRPr/>
          </a:p>
        </p:txBody>
      </p:sp>
    </p:spTree>
  </p:cSld>
  <p:clrMapOvr>
    <a:masterClrMapping/>
  </p:clrMapOvr>
  <p:extLst>
    <p:ext uri="{DCECCB84-F9BA-43D5-87BE-67443E8EF086}">
      <p15:sldGuideLst xmlns:p15="http://schemas.microsoft.com/office/powerpoint/2012/main">
        <p15:guide id="1" pos="5685">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storyboards">
  <p:cSld name="BIG_NUMBER_1_1">
    <p:spTree>
      <p:nvGrpSpPr>
        <p:cNvPr id="1" name="Shape 289"/>
        <p:cNvGrpSpPr/>
        <p:nvPr/>
      </p:nvGrpSpPr>
      <p:grpSpPr>
        <a:xfrm>
          <a:off x="0" y="0"/>
          <a:ext cx="0" cy="0"/>
          <a:chOff x="0" y="0"/>
          <a:chExt cx="0" cy="0"/>
        </a:xfrm>
      </p:grpSpPr>
      <p:sp>
        <p:nvSpPr>
          <p:cNvPr id="290" name="Google Shape;290;p37"/>
          <p:cNvSpPr>
            <a:spLocks noGrp="1"/>
          </p:cNvSpPr>
          <p:nvPr>
            <p:ph type="pic" idx="2"/>
          </p:nvPr>
        </p:nvSpPr>
        <p:spPr>
          <a:xfrm>
            <a:off x="2754400" y="114300"/>
            <a:ext cx="2242500" cy="2352000"/>
          </a:xfrm>
          <a:prstGeom prst="rect">
            <a:avLst/>
          </a:prstGeom>
          <a:noFill/>
          <a:ln>
            <a:noFill/>
          </a:ln>
        </p:spPr>
        <p:txBody>
          <a:bodyPr/>
          <a:lstStyle/>
          <a:p>
            <a:endParaRPr lang="de-DE"/>
          </a:p>
        </p:txBody>
      </p:sp>
      <p:cxnSp>
        <p:nvCxnSpPr>
          <p:cNvPr id="291" name="Google Shape;291;p37"/>
          <p:cNvCxnSpPr/>
          <p:nvPr/>
        </p:nvCxnSpPr>
        <p:spPr>
          <a:xfrm rot="10800000">
            <a:off x="25694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292" name="Google Shape;292;p37"/>
          <p:cNvCxnSpPr/>
          <p:nvPr/>
        </p:nvCxnSpPr>
        <p:spPr>
          <a:xfrm rot="10800000">
            <a:off x="51514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293" name="Google Shape;293;p37"/>
          <p:cNvSpPr txBox="1">
            <a:spLocks noGrp="1"/>
          </p:cNvSpPr>
          <p:nvPr>
            <p:ph type="body" idx="1"/>
          </p:nvPr>
        </p:nvSpPr>
        <p:spPr>
          <a:xfrm>
            <a:off x="5331250" y="1172300"/>
            <a:ext cx="3693900" cy="12939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94" name="Google Shape;294;p37"/>
          <p:cNvSpPr txBox="1">
            <a:spLocks noGrp="1"/>
          </p:cNvSpPr>
          <p:nvPr>
            <p:ph type="subTitle" idx="3"/>
          </p:nvPr>
        </p:nvSpPr>
        <p:spPr>
          <a:xfrm>
            <a:off x="5331258" y="49375"/>
            <a:ext cx="36939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295" name="Google Shape;295;p37"/>
          <p:cNvSpPr txBox="1">
            <a:spLocks noGrp="1"/>
          </p:cNvSpPr>
          <p:nvPr>
            <p:ph type="title"/>
          </p:nvPr>
        </p:nvSpPr>
        <p:spPr>
          <a:xfrm>
            <a:off x="73225" y="41875"/>
            <a:ext cx="2426400" cy="16311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96" name="Google Shape;296;p37"/>
          <p:cNvSpPr>
            <a:spLocks noGrp="1"/>
          </p:cNvSpPr>
          <p:nvPr>
            <p:ph type="pic" idx="4"/>
          </p:nvPr>
        </p:nvSpPr>
        <p:spPr>
          <a:xfrm>
            <a:off x="2754400" y="2628375"/>
            <a:ext cx="2242500" cy="2352000"/>
          </a:xfrm>
          <a:prstGeom prst="rect">
            <a:avLst/>
          </a:prstGeom>
          <a:noFill/>
          <a:ln>
            <a:noFill/>
          </a:ln>
        </p:spPr>
        <p:txBody>
          <a:bodyPr/>
          <a:lstStyle/>
          <a:p>
            <a:endParaRPr lang="de-DE"/>
          </a:p>
        </p:txBody>
      </p:sp>
      <p:sp>
        <p:nvSpPr>
          <p:cNvPr id="297" name="Google Shape;297;p37"/>
          <p:cNvSpPr txBox="1">
            <a:spLocks noGrp="1"/>
          </p:cNvSpPr>
          <p:nvPr>
            <p:ph type="body" idx="5"/>
          </p:nvPr>
        </p:nvSpPr>
        <p:spPr>
          <a:xfrm>
            <a:off x="5331250" y="3686375"/>
            <a:ext cx="3693900" cy="12939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298" name="Google Shape;298;p37"/>
          <p:cNvSpPr txBox="1">
            <a:spLocks noGrp="1"/>
          </p:cNvSpPr>
          <p:nvPr>
            <p:ph type="subTitle" idx="6"/>
          </p:nvPr>
        </p:nvSpPr>
        <p:spPr>
          <a:xfrm>
            <a:off x="5331258" y="2563450"/>
            <a:ext cx="3693900" cy="10026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Tree>
  </p:cSld>
  <p:clrMapOvr>
    <a:masterClrMapping/>
  </p:clrMapOvr>
  <p:extLst>
    <p:ext uri="{DCECCB84-F9BA-43D5-87BE-67443E8EF086}">
      <p15:sldGuideLst xmlns:p15="http://schemas.microsoft.com/office/powerpoint/2012/main">
        <p15:guide id="1" orient="horz" pos="164">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storyboards ">
  <p:cSld name="BIG_NUMBER_1_1_1">
    <p:spTree>
      <p:nvGrpSpPr>
        <p:cNvPr id="1" name="Shape 299"/>
        <p:cNvGrpSpPr/>
        <p:nvPr/>
      </p:nvGrpSpPr>
      <p:grpSpPr>
        <a:xfrm>
          <a:off x="0" y="0"/>
          <a:ext cx="0" cy="0"/>
          <a:chOff x="0" y="0"/>
          <a:chExt cx="0" cy="0"/>
        </a:xfrm>
      </p:grpSpPr>
      <p:sp>
        <p:nvSpPr>
          <p:cNvPr id="300" name="Google Shape;300;p38"/>
          <p:cNvSpPr>
            <a:spLocks noGrp="1"/>
          </p:cNvSpPr>
          <p:nvPr>
            <p:ph type="pic" idx="2"/>
          </p:nvPr>
        </p:nvSpPr>
        <p:spPr>
          <a:xfrm>
            <a:off x="2754400" y="114300"/>
            <a:ext cx="2242500" cy="1495800"/>
          </a:xfrm>
          <a:prstGeom prst="rect">
            <a:avLst/>
          </a:prstGeom>
          <a:noFill/>
          <a:ln>
            <a:noFill/>
          </a:ln>
        </p:spPr>
        <p:txBody>
          <a:bodyPr/>
          <a:lstStyle/>
          <a:p>
            <a:endParaRPr lang="de-DE"/>
          </a:p>
        </p:txBody>
      </p:sp>
      <p:cxnSp>
        <p:nvCxnSpPr>
          <p:cNvPr id="301" name="Google Shape;301;p38"/>
          <p:cNvCxnSpPr/>
          <p:nvPr/>
        </p:nvCxnSpPr>
        <p:spPr>
          <a:xfrm rot="10800000">
            <a:off x="2569404" y="66000"/>
            <a:ext cx="0" cy="5011500"/>
          </a:xfrm>
          <a:prstGeom prst="straightConnector1">
            <a:avLst/>
          </a:prstGeom>
          <a:noFill/>
          <a:ln w="19050" cap="flat" cmpd="sng">
            <a:solidFill>
              <a:schemeClr val="dk1"/>
            </a:solidFill>
            <a:prstDash val="solid"/>
            <a:round/>
            <a:headEnd type="none" w="med" len="med"/>
            <a:tailEnd type="none" w="med" len="med"/>
          </a:ln>
        </p:spPr>
      </p:cxnSp>
      <p:cxnSp>
        <p:nvCxnSpPr>
          <p:cNvPr id="302" name="Google Shape;302;p38"/>
          <p:cNvCxnSpPr/>
          <p:nvPr/>
        </p:nvCxnSpPr>
        <p:spPr>
          <a:xfrm rot="10800000">
            <a:off x="5151479"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303" name="Google Shape;303;p38"/>
          <p:cNvSpPr txBox="1">
            <a:spLocks noGrp="1"/>
          </p:cNvSpPr>
          <p:nvPr>
            <p:ph type="body" idx="1"/>
          </p:nvPr>
        </p:nvSpPr>
        <p:spPr>
          <a:xfrm>
            <a:off x="5331250" y="523675"/>
            <a:ext cx="3693900" cy="10863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304" name="Google Shape;304;p38"/>
          <p:cNvSpPr txBox="1">
            <a:spLocks noGrp="1"/>
          </p:cNvSpPr>
          <p:nvPr>
            <p:ph type="subTitle" idx="3"/>
          </p:nvPr>
        </p:nvSpPr>
        <p:spPr>
          <a:xfrm>
            <a:off x="5331250" y="49375"/>
            <a:ext cx="3693900" cy="5505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305" name="Google Shape;305;p38"/>
          <p:cNvSpPr txBox="1">
            <a:spLocks noGrp="1"/>
          </p:cNvSpPr>
          <p:nvPr>
            <p:ph type="title"/>
          </p:nvPr>
        </p:nvSpPr>
        <p:spPr>
          <a:xfrm>
            <a:off x="73225" y="41875"/>
            <a:ext cx="2426400" cy="1627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06" name="Google Shape;306;p38"/>
          <p:cNvSpPr>
            <a:spLocks noGrp="1"/>
          </p:cNvSpPr>
          <p:nvPr>
            <p:ph type="pic" idx="4"/>
          </p:nvPr>
        </p:nvSpPr>
        <p:spPr>
          <a:xfrm>
            <a:off x="2754400" y="3484575"/>
            <a:ext cx="2242500" cy="1495800"/>
          </a:xfrm>
          <a:prstGeom prst="rect">
            <a:avLst/>
          </a:prstGeom>
          <a:noFill/>
          <a:ln>
            <a:noFill/>
          </a:ln>
        </p:spPr>
        <p:txBody>
          <a:bodyPr/>
          <a:lstStyle/>
          <a:p>
            <a:endParaRPr lang="de-DE"/>
          </a:p>
        </p:txBody>
      </p:sp>
      <p:sp>
        <p:nvSpPr>
          <p:cNvPr id="307" name="Google Shape;307;p38"/>
          <p:cNvSpPr>
            <a:spLocks noGrp="1"/>
          </p:cNvSpPr>
          <p:nvPr>
            <p:ph type="pic" idx="5"/>
          </p:nvPr>
        </p:nvSpPr>
        <p:spPr>
          <a:xfrm>
            <a:off x="2754400" y="1799438"/>
            <a:ext cx="2242500" cy="1495800"/>
          </a:xfrm>
          <a:prstGeom prst="rect">
            <a:avLst/>
          </a:prstGeom>
          <a:noFill/>
          <a:ln>
            <a:noFill/>
          </a:ln>
        </p:spPr>
        <p:txBody>
          <a:bodyPr/>
          <a:lstStyle/>
          <a:p>
            <a:endParaRPr lang="de-DE"/>
          </a:p>
        </p:txBody>
      </p:sp>
      <p:sp>
        <p:nvSpPr>
          <p:cNvPr id="308" name="Google Shape;308;p38"/>
          <p:cNvSpPr txBox="1">
            <a:spLocks noGrp="1"/>
          </p:cNvSpPr>
          <p:nvPr>
            <p:ph type="body" idx="6"/>
          </p:nvPr>
        </p:nvSpPr>
        <p:spPr>
          <a:xfrm>
            <a:off x="5331250" y="2208950"/>
            <a:ext cx="3693900" cy="10863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309" name="Google Shape;309;p38"/>
          <p:cNvSpPr txBox="1">
            <a:spLocks noGrp="1"/>
          </p:cNvSpPr>
          <p:nvPr>
            <p:ph type="subTitle" idx="7"/>
          </p:nvPr>
        </p:nvSpPr>
        <p:spPr>
          <a:xfrm>
            <a:off x="5331250" y="1734650"/>
            <a:ext cx="3693900" cy="5505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
        <p:nvSpPr>
          <p:cNvPr id="310" name="Google Shape;310;p38"/>
          <p:cNvSpPr txBox="1">
            <a:spLocks noGrp="1"/>
          </p:cNvSpPr>
          <p:nvPr>
            <p:ph type="body" idx="8"/>
          </p:nvPr>
        </p:nvSpPr>
        <p:spPr>
          <a:xfrm>
            <a:off x="5331250" y="3894225"/>
            <a:ext cx="3693900" cy="1086300"/>
          </a:xfrm>
          <a:prstGeom prst="rect">
            <a:avLst/>
          </a:prstGeom>
        </p:spPr>
        <p:txBody>
          <a:bodyPr spcFirstLastPara="1" wrap="square" lIns="91425" tIns="91425" rIns="91425" bIns="91425" anchor="t" anchorCtr="0">
            <a:normAutofit/>
          </a:bodyPr>
          <a:lstStyle>
            <a:lvl1pPr marL="457200" lvl="0" indent="-311150">
              <a:lnSpc>
                <a:spcPct val="80000"/>
              </a:lnSpc>
              <a:spcBef>
                <a:spcPts val="0"/>
              </a:spcBef>
              <a:spcAft>
                <a:spcPts val="0"/>
              </a:spcAft>
              <a:buClr>
                <a:schemeClr val="dk1"/>
              </a:buClr>
              <a:buSzPts val="1300"/>
              <a:buChar char="●"/>
              <a:defRPr/>
            </a:lvl1pPr>
            <a:lvl2pPr marL="914400" lvl="1" indent="-311150">
              <a:lnSpc>
                <a:spcPct val="80000"/>
              </a:lnSpc>
              <a:spcBef>
                <a:spcPts val="0"/>
              </a:spcBef>
              <a:spcAft>
                <a:spcPts val="0"/>
              </a:spcAft>
              <a:buClr>
                <a:schemeClr val="dk1"/>
              </a:buClr>
              <a:buSzPts val="1300"/>
              <a:buChar char="○"/>
              <a:defRPr/>
            </a:lvl2pPr>
            <a:lvl3pPr marL="1371600" lvl="2" indent="-311150">
              <a:lnSpc>
                <a:spcPct val="80000"/>
              </a:lnSpc>
              <a:spcBef>
                <a:spcPts val="0"/>
              </a:spcBef>
              <a:spcAft>
                <a:spcPts val="0"/>
              </a:spcAft>
              <a:buClr>
                <a:schemeClr val="dk1"/>
              </a:buClr>
              <a:buSzPts val="1300"/>
              <a:buChar char="■"/>
              <a:defRPr/>
            </a:lvl3pPr>
            <a:lvl4pPr marL="1828800" lvl="3" indent="-311150">
              <a:lnSpc>
                <a:spcPct val="80000"/>
              </a:lnSpc>
              <a:spcBef>
                <a:spcPts val="0"/>
              </a:spcBef>
              <a:spcAft>
                <a:spcPts val="0"/>
              </a:spcAft>
              <a:buClr>
                <a:schemeClr val="dk1"/>
              </a:buClr>
              <a:buSzPts val="1300"/>
              <a:buChar char="●"/>
              <a:defRPr/>
            </a:lvl4pPr>
            <a:lvl5pPr marL="2286000" lvl="4" indent="-311150">
              <a:lnSpc>
                <a:spcPct val="80000"/>
              </a:lnSpc>
              <a:spcBef>
                <a:spcPts val="0"/>
              </a:spcBef>
              <a:spcAft>
                <a:spcPts val="0"/>
              </a:spcAft>
              <a:buClr>
                <a:schemeClr val="dk1"/>
              </a:buClr>
              <a:buSzPts val="1300"/>
              <a:buChar char="○"/>
              <a:defRPr/>
            </a:lvl5pPr>
            <a:lvl6pPr marL="2743200" lvl="5" indent="-311150">
              <a:lnSpc>
                <a:spcPct val="80000"/>
              </a:lnSpc>
              <a:spcBef>
                <a:spcPts val="0"/>
              </a:spcBef>
              <a:spcAft>
                <a:spcPts val="0"/>
              </a:spcAft>
              <a:buClr>
                <a:schemeClr val="dk1"/>
              </a:buClr>
              <a:buSzPts val="1300"/>
              <a:buChar char="■"/>
              <a:defRPr/>
            </a:lvl6pPr>
            <a:lvl7pPr marL="3200400" lvl="6" indent="-311150">
              <a:lnSpc>
                <a:spcPct val="80000"/>
              </a:lnSpc>
              <a:spcBef>
                <a:spcPts val="0"/>
              </a:spcBef>
              <a:spcAft>
                <a:spcPts val="0"/>
              </a:spcAft>
              <a:buClr>
                <a:schemeClr val="dk1"/>
              </a:buClr>
              <a:buSzPts val="1300"/>
              <a:buChar char="●"/>
              <a:defRPr/>
            </a:lvl7pPr>
            <a:lvl8pPr marL="3657600" lvl="7" indent="-311150">
              <a:lnSpc>
                <a:spcPct val="80000"/>
              </a:lnSpc>
              <a:spcBef>
                <a:spcPts val="0"/>
              </a:spcBef>
              <a:spcAft>
                <a:spcPts val="0"/>
              </a:spcAft>
              <a:buClr>
                <a:schemeClr val="dk1"/>
              </a:buClr>
              <a:buSzPts val="1300"/>
              <a:buChar char="○"/>
              <a:defRPr/>
            </a:lvl8pPr>
            <a:lvl9pPr marL="4114800" lvl="8" indent="-311150">
              <a:lnSpc>
                <a:spcPct val="80000"/>
              </a:lnSpc>
              <a:spcBef>
                <a:spcPts val="0"/>
              </a:spcBef>
              <a:spcAft>
                <a:spcPts val="0"/>
              </a:spcAft>
              <a:buClr>
                <a:schemeClr val="dk1"/>
              </a:buClr>
              <a:buSzPts val="1300"/>
              <a:buChar char="■"/>
              <a:defRPr/>
            </a:lvl9pPr>
          </a:lstStyle>
          <a:p>
            <a:endParaRPr/>
          </a:p>
        </p:txBody>
      </p:sp>
      <p:sp>
        <p:nvSpPr>
          <p:cNvPr id="311" name="Google Shape;311;p38"/>
          <p:cNvSpPr txBox="1">
            <a:spLocks noGrp="1"/>
          </p:cNvSpPr>
          <p:nvPr>
            <p:ph type="subTitle" idx="9"/>
          </p:nvPr>
        </p:nvSpPr>
        <p:spPr>
          <a:xfrm>
            <a:off x="5331250" y="3419925"/>
            <a:ext cx="3693900" cy="550500"/>
          </a:xfrm>
          <a:prstGeom prst="rect">
            <a:avLst/>
          </a:prstGeom>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Image only">
  <p:cSld name="ONE_COLUMN_TEXT_1_1">
    <p:spTree>
      <p:nvGrpSpPr>
        <p:cNvPr id="1" name="Shape 312"/>
        <p:cNvGrpSpPr/>
        <p:nvPr/>
      </p:nvGrpSpPr>
      <p:grpSpPr>
        <a:xfrm>
          <a:off x="0" y="0"/>
          <a:ext cx="0" cy="0"/>
          <a:chOff x="0" y="0"/>
          <a:chExt cx="0" cy="0"/>
        </a:xfrm>
      </p:grpSpPr>
      <p:sp>
        <p:nvSpPr>
          <p:cNvPr id="313" name="Google Shape;313;p39"/>
          <p:cNvSpPr>
            <a:spLocks noGrp="1"/>
          </p:cNvSpPr>
          <p:nvPr>
            <p:ph type="pic" idx="2"/>
          </p:nvPr>
        </p:nvSpPr>
        <p:spPr>
          <a:xfrm>
            <a:off x="0" y="0"/>
            <a:ext cx="9144000" cy="5143500"/>
          </a:xfrm>
          <a:prstGeom prst="rect">
            <a:avLst/>
          </a:prstGeom>
          <a:noFill/>
          <a:ln>
            <a:noFill/>
          </a:ln>
        </p:spPr>
        <p:txBody>
          <a:bodyPr/>
          <a:lstStyle/>
          <a:p>
            <a:endParaRPr lang="de-D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Image grid">
  <p:cSld name="ONE_COLUMN_TEXT_1_2">
    <p:spTree>
      <p:nvGrpSpPr>
        <p:cNvPr id="1" name="Shape 314"/>
        <p:cNvGrpSpPr/>
        <p:nvPr/>
      </p:nvGrpSpPr>
      <p:grpSpPr>
        <a:xfrm>
          <a:off x="0" y="0"/>
          <a:ext cx="0" cy="0"/>
          <a:chOff x="0" y="0"/>
          <a:chExt cx="0" cy="0"/>
        </a:xfrm>
      </p:grpSpPr>
      <p:sp>
        <p:nvSpPr>
          <p:cNvPr id="315" name="Google Shape;315;p40"/>
          <p:cNvSpPr>
            <a:spLocks noGrp="1"/>
          </p:cNvSpPr>
          <p:nvPr>
            <p:ph type="pic" idx="2"/>
          </p:nvPr>
        </p:nvSpPr>
        <p:spPr>
          <a:xfrm>
            <a:off x="6834675" y="114300"/>
            <a:ext cx="2202000" cy="2352000"/>
          </a:xfrm>
          <a:prstGeom prst="rect">
            <a:avLst/>
          </a:prstGeom>
          <a:noFill/>
          <a:ln>
            <a:noFill/>
          </a:ln>
        </p:spPr>
        <p:txBody>
          <a:bodyPr/>
          <a:lstStyle/>
          <a:p>
            <a:endParaRPr lang="de-DE"/>
          </a:p>
        </p:txBody>
      </p:sp>
      <p:sp>
        <p:nvSpPr>
          <p:cNvPr id="316" name="Google Shape;316;p40"/>
          <p:cNvSpPr>
            <a:spLocks noGrp="1"/>
          </p:cNvSpPr>
          <p:nvPr>
            <p:ph type="pic" idx="3"/>
          </p:nvPr>
        </p:nvSpPr>
        <p:spPr>
          <a:xfrm>
            <a:off x="4617833" y="114321"/>
            <a:ext cx="930900" cy="2360100"/>
          </a:xfrm>
          <a:prstGeom prst="rect">
            <a:avLst/>
          </a:prstGeom>
          <a:noFill/>
          <a:ln>
            <a:noFill/>
          </a:ln>
        </p:spPr>
        <p:txBody>
          <a:bodyPr/>
          <a:lstStyle/>
          <a:p>
            <a:endParaRPr lang="de-DE"/>
          </a:p>
        </p:txBody>
      </p:sp>
      <p:sp>
        <p:nvSpPr>
          <p:cNvPr id="317" name="Google Shape;317;p40"/>
          <p:cNvSpPr>
            <a:spLocks noGrp="1"/>
          </p:cNvSpPr>
          <p:nvPr>
            <p:ph type="pic" idx="4"/>
          </p:nvPr>
        </p:nvSpPr>
        <p:spPr>
          <a:xfrm>
            <a:off x="5617550" y="114300"/>
            <a:ext cx="1148400" cy="1147800"/>
          </a:xfrm>
          <a:prstGeom prst="rect">
            <a:avLst/>
          </a:prstGeom>
          <a:noFill/>
          <a:ln>
            <a:noFill/>
          </a:ln>
        </p:spPr>
        <p:txBody>
          <a:bodyPr/>
          <a:lstStyle/>
          <a:p>
            <a:endParaRPr lang="de-DE"/>
          </a:p>
        </p:txBody>
      </p:sp>
      <p:sp>
        <p:nvSpPr>
          <p:cNvPr id="318" name="Google Shape;318;p40"/>
          <p:cNvSpPr>
            <a:spLocks noGrp="1"/>
          </p:cNvSpPr>
          <p:nvPr>
            <p:ph type="pic" idx="5"/>
          </p:nvPr>
        </p:nvSpPr>
        <p:spPr>
          <a:xfrm>
            <a:off x="5617550" y="1326310"/>
            <a:ext cx="1148400" cy="1147800"/>
          </a:xfrm>
          <a:prstGeom prst="rect">
            <a:avLst/>
          </a:prstGeom>
          <a:noFill/>
          <a:ln>
            <a:noFill/>
          </a:ln>
        </p:spPr>
        <p:txBody>
          <a:bodyPr/>
          <a:lstStyle/>
          <a:p>
            <a:endParaRPr lang="de-DE"/>
          </a:p>
        </p:txBody>
      </p:sp>
      <p:sp>
        <p:nvSpPr>
          <p:cNvPr id="319" name="Google Shape;319;p40"/>
          <p:cNvSpPr>
            <a:spLocks noGrp="1"/>
          </p:cNvSpPr>
          <p:nvPr>
            <p:ph type="pic" idx="6"/>
          </p:nvPr>
        </p:nvSpPr>
        <p:spPr>
          <a:xfrm>
            <a:off x="2648575" y="114300"/>
            <a:ext cx="1913400" cy="2360100"/>
          </a:xfrm>
          <a:prstGeom prst="rect">
            <a:avLst/>
          </a:prstGeom>
          <a:noFill/>
          <a:ln>
            <a:noFill/>
          </a:ln>
        </p:spPr>
        <p:txBody>
          <a:bodyPr/>
          <a:lstStyle/>
          <a:p>
            <a:endParaRPr lang="de-DE"/>
          </a:p>
        </p:txBody>
      </p:sp>
      <p:sp>
        <p:nvSpPr>
          <p:cNvPr id="320" name="Google Shape;320;p40"/>
          <p:cNvSpPr>
            <a:spLocks noGrp="1"/>
          </p:cNvSpPr>
          <p:nvPr>
            <p:ph type="pic" idx="7"/>
          </p:nvPr>
        </p:nvSpPr>
        <p:spPr>
          <a:xfrm>
            <a:off x="2648575" y="2544579"/>
            <a:ext cx="2900100" cy="2433600"/>
          </a:xfrm>
          <a:prstGeom prst="rect">
            <a:avLst/>
          </a:prstGeom>
          <a:noFill/>
          <a:ln>
            <a:noFill/>
          </a:ln>
        </p:spPr>
        <p:txBody>
          <a:bodyPr/>
          <a:lstStyle/>
          <a:p>
            <a:endParaRPr lang="de-DE"/>
          </a:p>
        </p:txBody>
      </p:sp>
      <p:sp>
        <p:nvSpPr>
          <p:cNvPr id="321" name="Google Shape;321;p40"/>
          <p:cNvSpPr>
            <a:spLocks noGrp="1"/>
          </p:cNvSpPr>
          <p:nvPr>
            <p:ph type="pic" idx="8"/>
          </p:nvPr>
        </p:nvSpPr>
        <p:spPr>
          <a:xfrm>
            <a:off x="5617550" y="2546826"/>
            <a:ext cx="1148400" cy="2433600"/>
          </a:xfrm>
          <a:prstGeom prst="rect">
            <a:avLst/>
          </a:prstGeom>
          <a:noFill/>
          <a:ln>
            <a:noFill/>
          </a:ln>
        </p:spPr>
        <p:txBody>
          <a:bodyPr/>
          <a:lstStyle/>
          <a:p>
            <a:endParaRPr lang="de-DE"/>
          </a:p>
        </p:txBody>
      </p:sp>
      <p:sp>
        <p:nvSpPr>
          <p:cNvPr id="322" name="Google Shape;322;p40"/>
          <p:cNvSpPr>
            <a:spLocks noGrp="1"/>
          </p:cNvSpPr>
          <p:nvPr>
            <p:ph type="pic" idx="9"/>
          </p:nvPr>
        </p:nvSpPr>
        <p:spPr>
          <a:xfrm>
            <a:off x="6834675" y="2546825"/>
            <a:ext cx="2202000" cy="1174500"/>
          </a:xfrm>
          <a:prstGeom prst="rect">
            <a:avLst/>
          </a:prstGeom>
          <a:noFill/>
          <a:ln>
            <a:noFill/>
          </a:ln>
        </p:spPr>
        <p:txBody>
          <a:bodyPr/>
          <a:lstStyle/>
          <a:p>
            <a:endParaRPr lang="de-DE"/>
          </a:p>
        </p:txBody>
      </p:sp>
      <p:cxnSp>
        <p:nvCxnSpPr>
          <p:cNvPr id="323" name="Google Shape;323;p40"/>
          <p:cNvCxnSpPr/>
          <p:nvPr/>
        </p:nvCxnSpPr>
        <p:spPr>
          <a:xfrm rot="10800000">
            <a:off x="2569404" y="66000"/>
            <a:ext cx="0" cy="5011500"/>
          </a:xfrm>
          <a:prstGeom prst="straightConnector1">
            <a:avLst/>
          </a:prstGeom>
          <a:noFill/>
          <a:ln w="19050" cap="flat" cmpd="sng">
            <a:solidFill>
              <a:schemeClr val="dk1"/>
            </a:solidFill>
            <a:prstDash val="solid"/>
            <a:round/>
            <a:headEnd type="none" w="med" len="med"/>
            <a:tailEnd type="none" w="med" len="med"/>
          </a:ln>
        </p:spPr>
      </p:cxnSp>
      <p:sp>
        <p:nvSpPr>
          <p:cNvPr id="324" name="Google Shape;324;p40"/>
          <p:cNvSpPr txBox="1">
            <a:spLocks noGrp="1"/>
          </p:cNvSpPr>
          <p:nvPr>
            <p:ph type="title"/>
          </p:nvPr>
        </p:nvSpPr>
        <p:spPr>
          <a:xfrm>
            <a:off x="73225" y="41875"/>
            <a:ext cx="2426400" cy="16311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25" name="Google Shape;325;p40"/>
          <p:cNvSpPr>
            <a:spLocks noGrp="1"/>
          </p:cNvSpPr>
          <p:nvPr>
            <p:ph type="pic" idx="13"/>
          </p:nvPr>
        </p:nvSpPr>
        <p:spPr>
          <a:xfrm>
            <a:off x="6834675" y="3803698"/>
            <a:ext cx="2202000" cy="1174500"/>
          </a:xfrm>
          <a:prstGeom prst="rect">
            <a:avLst/>
          </a:prstGeom>
          <a:noFill/>
          <a:ln>
            <a:noFill/>
          </a:ln>
        </p:spPr>
        <p:txBody>
          <a:bodyPr/>
          <a:lstStyle/>
          <a:p>
            <a:endParaRPr lang="de-D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slide - Alt 1">
  <p:cSld name="TITLE_1_2">
    <p:bg>
      <p:bgPr>
        <a:solidFill>
          <a:schemeClr val="dk1"/>
        </a:solidFill>
        <a:effectLst/>
      </p:bgPr>
    </p:bg>
    <p:spTree>
      <p:nvGrpSpPr>
        <p:cNvPr id="1" name="Shape 330"/>
        <p:cNvGrpSpPr/>
        <p:nvPr/>
      </p:nvGrpSpPr>
      <p:grpSpPr>
        <a:xfrm>
          <a:off x="0" y="0"/>
          <a:ext cx="0" cy="0"/>
          <a:chOff x="0" y="0"/>
          <a:chExt cx="0" cy="0"/>
        </a:xfrm>
      </p:grpSpPr>
      <p:sp>
        <p:nvSpPr>
          <p:cNvPr id="331" name="Google Shape;331;p42"/>
          <p:cNvSpPr txBox="1">
            <a:spLocks noGrp="1"/>
          </p:cNvSpPr>
          <p:nvPr>
            <p:ph type="title"/>
          </p:nvPr>
        </p:nvSpPr>
        <p:spPr>
          <a:xfrm>
            <a:off x="716836" y="2603560"/>
            <a:ext cx="7775700" cy="865200"/>
          </a:xfrm>
          <a:prstGeom prst="rect">
            <a:avLst/>
          </a:prstGeom>
        </p:spPr>
        <p:txBody>
          <a:bodyPr spcFirstLastPara="1" wrap="square" lIns="0" tIns="0" rIns="0" bIns="0" anchor="ctr" anchorCtr="0">
            <a:noAutofit/>
          </a:bodyPr>
          <a:lstStyle>
            <a:lvl1pPr lvl="0">
              <a:lnSpc>
                <a:spcPct val="80000"/>
              </a:lnSpc>
              <a:spcBef>
                <a:spcPts val="0"/>
              </a:spcBef>
              <a:spcAft>
                <a:spcPts val="0"/>
              </a:spcAft>
              <a:buSzPts val="3500"/>
              <a:buFont typeface="Space Grotesk"/>
              <a:buNone/>
              <a:defRPr sz="3500">
                <a:highlight>
                  <a:schemeClr val="accent2"/>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2pPr>
            <a:lvl3pPr lvl="2">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3pPr>
            <a:lvl4pPr lvl="3">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4pPr>
            <a:lvl5pPr lvl="4">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5pPr>
            <a:lvl6pPr lvl="5">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6pPr>
            <a:lvl7pPr lvl="6">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7pPr>
            <a:lvl8pPr lvl="7">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8pPr>
            <a:lvl9pPr lvl="8">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9pPr>
          </a:lstStyle>
          <a:p>
            <a:endParaRPr/>
          </a:p>
        </p:txBody>
      </p:sp>
      <p:sp>
        <p:nvSpPr>
          <p:cNvPr id="332" name="Google Shape;332;p42"/>
          <p:cNvSpPr txBox="1">
            <a:spLocks noGrp="1"/>
          </p:cNvSpPr>
          <p:nvPr>
            <p:ph type="title" idx="2"/>
          </p:nvPr>
        </p:nvSpPr>
        <p:spPr>
          <a:xfrm>
            <a:off x="699978" y="4174219"/>
            <a:ext cx="4909500" cy="330300"/>
          </a:xfrm>
          <a:prstGeom prst="rect">
            <a:avLst/>
          </a:prstGeom>
        </p:spPr>
        <p:txBody>
          <a:bodyPr spcFirstLastPara="1" wrap="square" lIns="0" tIns="0" rIns="0" bIns="0" anchor="ctr" anchorCtr="0">
            <a:normAutofit/>
          </a:bodyPr>
          <a:lstStyle>
            <a:lvl1pPr lvl="0">
              <a:lnSpc>
                <a:spcPct val="80000"/>
              </a:lnSpc>
              <a:spcBef>
                <a:spcPts val="0"/>
              </a:spcBef>
              <a:spcAft>
                <a:spcPts val="0"/>
              </a:spcAft>
              <a:buClr>
                <a:schemeClr val="lt2"/>
              </a:buClr>
              <a:buSzPts val="1500"/>
              <a:buFont typeface="Space Grotesk Medium"/>
              <a:buNone/>
              <a:defRPr sz="1500">
                <a:solidFill>
                  <a:schemeClr val="lt2"/>
                </a:solidFill>
              </a:defRPr>
            </a:lvl1pPr>
            <a:lvl2pPr lvl="1">
              <a:spcBef>
                <a:spcPts val="0"/>
              </a:spcBef>
              <a:spcAft>
                <a:spcPts val="0"/>
              </a:spcAft>
              <a:buClr>
                <a:schemeClr val="lt2"/>
              </a:buClr>
              <a:buSzPts val="1500"/>
              <a:buFont typeface="Space Grotesk Medium"/>
              <a:buNone/>
              <a:defRPr sz="1500">
                <a:solidFill>
                  <a:schemeClr val="lt2"/>
                </a:solidFill>
              </a:defRPr>
            </a:lvl2pPr>
            <a:lvl3pPr lvl="2">
              <a:spcBef>
                <a:spcPts val="0"/>
              </a:spcBef>
              <a:spcAft>
                <a:spcPts val="0"/>
              </a:spcAft>
              <a:buClr>
                <a:schemeClr val="lt2"/>
              </a:buClr>
              <a:buSzPts val="1500"/>
              <a:buFont typeface="Space Grotesk Medium"/>
              <a:buNone/>
              <a:defRPr sz="1500">
                <a:solidFill>
                  <a:schemeClr val="lt2"/>
                </a:solidFill>
              </a:defRPr>
            </a:lvl3pPr>
            <a:lvl4pPr lvl="3">
              <a:spcBef>
                <a:spcPts val="0"/>
              </a:spcBef>
              <a:spcAft>
                <a:spcPts val="0"/>
              </a:spcAft>
              <a:buClr>
                <a:schemeClr val="lt2"/>
              </a:buClr>
              <a:buSzPts val="1500"/>
              <a:buFont typeface="Space Grotesk Medium"/>
              <a:buNone/>
              <a:defRPr sz="1500">
                <a:solidFill>
                  <a:schemeClr val="lt2"/>
                </a:solidFill>
              </a:defRPr>
            </a:lvl4pPr>
            <a:lvl5pPr lvl="4">
              <a:spcBef>
                <a:spcPts val="0"/>
              </a:spcBef>
              <a:spcAft>
                <a:spcPts val="0"/>
              </a:spcAft>
              <a:buClr>
                <a:schemeClr val="lt2"/>
              </a:buClr>
              <a:buSzPts val="1500"/>
              <a:buFont typeface="Space Grotesk Medium"/>
              <a:buNone/>
              <a:defRPr sz="1500">
                <a:solidFill>
                  <a:schemeClr val="lt2"/>
                </a:solidFill>
              </a:defRPr>
            </a:lvl5pPr>
            <a:lvl6pPr lvl="5">
              <a:spcBef>
                <a:spcPts val="0"/>
              </a:spcBef>
              <a:spcAft>
                <a:spcPts val="0"/>
              </a:spcAft>
              <a:buClr>
                <a:schemeClr val="lt2"/>
              </a:buClr>
              <a:buSzPts val="1500"/>
              <a:buFont typeface="Space Grotesk Medium"/>
              <a:buNone/>
              <a:defRPr sz="1500">
                <a:solidFill>
                  <a:schemeClr val="lt2"/>
                </a:solidFill>
              </a:defRPr>
            </a:lvl6pPr>
            <a:lvl7pPr lvl="6">
              <a:spcBef>
                <a:spcPts val="0"/>
              </a:spcBef>
              <a:spcAft>
                <a:spcPts val="0"/>
              </a:spcAft>
              <a:buClr>
                <a:schemeClr val="lt2"/>
              </a:buClr>
              <a:buSzPts val="1500"/>
              <a:buFont typeface="Space Grotesk Medium"/>
              <a:buNone/>
              <a:defRPr sz="1500">
                <a:solidFill>
                  <a:schemeClr val="lt2"/>
                </a:solidFill>
              </a:defRPr>
            </a:lvl7pPr>
            <a:lvl8pPr lvl="7">
              <a:spcBef>
                <a:spcPts val="0"/>
              </a:spcBef>
              <a:spcAft>
                <a:spcPts val="0"/>
              </a:spcAft>
              <a:buClr>
                <a:schemeClr val="lt2"/>
              </a:buClr>
              <a:buSzPts val="1500"/>
              <a:buFont typeface="Space Grotesk Medium"/>
              <a:buNone/>
              <a:defRPr sz="1500">
                <a:solidFill>
                  <a:schemeClr val="lt2"/>
                </a:solidFill>
              </a:defRPr>
            </a:lvl8pPr>
            <a:lvl9pPr lvl="8">
              <a:spcBef>
                <a:spcPts val="0"/>
              </a:spcBef>
              <a:spcAft>
                <a:spcPts val="0"/>
              </a:spcAft>
              <a:buClr>
                <a:schemeClr val="lt2"/>
              </a:buClr>
              <a:buSzPts val="1500"/>
              <a:buFont typeface="Space Grotesk Medium"/>
              <a:buNone/>
              <a:defRPr sz="1500">
                <a:solidFill>
                  <a:schemeClr val="lt2"/>
                </a:solidFill>
              </a:defRPr>
            </a:lvl9pPr>
          </a:lstStyle>
          <a:p>
            <a:endParaRPr/>
          </a:p>
        </p:txBody>
      </p:sp>
      <p:sp>
        <p:nvSpPr>
          <p:cNvPr id="333" name="Google Shape;333;p42"/>
          <p:cNvSpPr txBox="1">
            <a:spLocks noGrp="1"/>
          </p:cNvSpPr>
          <p:nvPr>
            <p:ph type="title" idx="3"/>
          </p:nvPr>
        </p:nvSpPr>
        <p:spPr>
          <a:xfrm>
            <a:off x="716836" y="3459250"/>
            <a:ext cx="7673400" cy="6783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2pPr>
            <a:lvl3pPr lvl="2">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3pPr>
            <a:lvl4pPr lvl="3">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4pPr>
            <a:lvl5pPr lvl="4">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5pPr>
            <a:lvl6pPr lvl="5">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6pPr>
            <a:lvl7pPr lvl="6">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7pPr>
            <a:lvl8pPr lvl="7">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8pPr>
            <a:lvl9pPr lvl="8">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9pPr>
          </a:lstStyle>
          <a:p>
            <a:endParaRPr/>
          </a:p>
        </p:txBody>
      </p:sp>
      <p:sp>
        <p:nvSpPr>
          <p:cNvPr id="334" name="Google Shape;334;p42"/>
          <p:cNvSpPr txBox="1">
            <a:spLocks noGrp="1"/>
          </p:cNvSpPr>
          <p:nvPr>
            <p:ph type="title" idx="4"/>
          </p:nvPr>
        </p:nvSpPr>
        <p:spPr>
          <a:xfrm>
            <a:off x="699978" y="734269"/>
            <a:ext cx="4299000" cy="1836900"/>
          </a:xfrm>
          <a:prstGeom prst="rect">
            <a:avLst/>
          </a:prstGeom>
        </p:spPr>
        <p:txBody>
          <a:bodyPr spcFirstLastPara="1" wrap="square" lIns="0" tIns="0" rIns="0" bIns="0" anchor="t" anchorCtr="0">
            <a:noAutofit/>
          </a:bodyPr>
          <a:lstStyle>
            <a:lvl1pPr lvl="0">
              <a:lnSpc>
                <a:spcPct val="80000"/>
              </a:lnSpc>
              <a:spcBef>
                <a:spcPts val="0"/>
              </a:spcBef>
              <a:spcAft>
                <a:spcPts val="0"/>
              </a:spcAft>
              <a:buClr>
                <a:schemeClr val="lt2"/>
              </a:buClr>
              <a:buSzPts val="2800"/>
              <a:buNone/>
              <a:defRPr sz="7700">
                <a:solidFill>
                  <a:schemeClr val="lt2"/>
                </a:solidFill>
                <a:latin typeface="Space Grotesk"/>
                <a:ea typeface="Space Grotesk"/>
                <a:cs typeface="Space Grotesk"/>
                <a:sym typeface="Space Grotesk"/>
              </a:defRPr>
            </a:lvl1pPr>
            <a:lvl2pPr lvl="1">
              <a:lnSpc>
                <a:spcPct val="115000"/>
              </a:lnSpc>
              <a:spcBef>
                <a:spcPts val="0"/>
              </a:spcBef>
              <a:spcAft>
                <a:spcPts val="0"/>
              </a:spcAft>
              <a:buClr>
                <a:schemeClr val="lt2"/>
              </a:buClr>
              <a:buSzPts val="2800"/>
              <a:buNone/>
              <a:defRPr sz="3900">
                <a:solidFill>
                  <a:schemeClr val="lt2"/>
                </a:solidFill>
                <a:highlight>
                  <a:schemeClr val="accent5"/>
                </a:highlight>
              </a:defRPr>
            </a:lvl2pPr>
            <a:lvl3pPr lvl="2">
              <a:lnSpc>
                <a:spcPct val="115000"/>
              </a:lnSpc>
              <a:spcBef>
                <a:spcPts val="0"/>
              </a:spcBef>
              <a:spcAft>
                <a:spcPts val="0"/>
              </a:spcAft>
              <a:buClr>
                <a:schemeClr val="lt2"/>
              </a:buClr>
              <a:buSzPts val="2800"/>
              <a:buNone/>
              <a:defRPr sz="3900">
                <a:solidFill>
                  <a:schemeClr val="lt2"/>
                </a:solidFill>
                <a:highlight>
                  <a:schemeClr val="accent5"/>
                </a:highlight>
              </a:defRPr>
            </a:lvl3pPr>
            <a:lvl4pPr lvl="3">
              <a:lnSpc>
                <a:spcPct val="115000"/>
              </a:lnSpc>
              <a:spcBef>
                <a:spcPts val="0"/>
              </a:spcBef>
              <a:spcAft>
                <a:spcPts val="0"/>
              </a:spcAft>
              <a:buClr>
                <a:schemeClr val="lt2"/>
              </a:buClr>
              <a:buSzPts val="2800"/>
              <a:buNone/>
              <a:defRPr sz="3900">
                <a:solidFill>
                  <a:schemeClr val="lt2"/>
                </a:solidFill>
                <a:highlight>
                  <a:schemeClr val="accent5"/>
                </a:highlight>
              </a:defRPr>
            </a:lvl4pPr>
            <a:lvl5pPr lvl="4">
              <a:lnSpc>
                <a:spcPct val="115000"/>
              </a:lnSpc>
              <a:spcBef>
                <a:spcPts val="0"/>
              </a:spcBef>
              <a:spcAft>
                <a:spcPts val="0"/>
              </a:spcAft>
              <a:buClr>
                <a:schemeClr val="lt2"/>
              </a:buClr>
              <a:buSzPts val="2800"/>
              <a:buNone/>
              <a:defRPr sz="3900">
                <a:solidFill>
                  <a:schemeClr val="lt2"/>
                </a:solidFill>
                <a:highlight>
                  <a:schemeClr val="accent5"/>
                </a:highlight>
              </a:defRPr>
            </a:lvl5pPr>
            <a:lvl6pPr lvl="5">
              <a:lnSpc>
                <a:spcPct val="115000"/>
              </a:lnSpc>
              <a:spcBef>
                <a:spcPts val="0"/>
              </a:spcBef>
              <a:spcAft>
                <a:spcPts val="0"/>
              </a:spcAft>
              <a:buClr>
                <a:schemeClr val="lt2"/>
              </a:buClr>
              <a:buSzPts val="2800"/>
              <a:buNone/>
              <a:defRPr sz="3900">
                <a:solidFill>
                  <a:schemeClr val="lt2"/>
                </a:solidFill>
                <a:highlight>
                  <a:schemeClr val="accent5"/>
                </a:highlight>
              </a:defRPr>
            </a:lvl6pPr>
            <a:lvl7pPr lvl="6">
              <a:lnSpc>
                <a:spcPct val="115000"/>
              </a:lnSpc>
              <a:spcBef>
                <a:spcPts val="0"/>
              </a:spcBef>
              <a:spcAft>
                <a:spcPts val="0"/>
              </a:spcAft>
              <a:buClr>
                <a:schemeClr val="lt2"/>
              </a:buClr>
              <a:buSzPts val="2800"/>
              <a:buNone/>
              <a:defRPr sz="3900">
                <a:solidFill>
                  <a:schemeClr val="lt2"/>
                </a:solidFill>
                <a:highlight>
                  <a:schemeClr val="accent5"/>
                </a:highlight>
              </a:defRPr>
            </a:lvl7pPr>
            <a:lvl8pPr lvl="7">
              <a:lnSpc>
                <a:spcPct val="115000"/>
              </a:lnSpc>
              <a:spcBef>
                <a:spcPts val="0"/>
              </a:spcBef>
              <a:spcAft>
                <a:spcPts val="0"/>
              </a:spcAft>
              <a:buClr>
                <a:schemeClr val="lt2"/>
              </a:buClr>
              <a:buSzPts val="2800"/>
              <a:buNone/>
              <a:defRPr sz="3900">
                <a:solidFill>
                  <a:schemeClr val="lt2"/>
                </a:solidFill>
                <a:highlight>
                  <a:schemeClr val="accent5"/>
                </a:highlight>
              </a:defRPr>
            </a:lvl8pPr>
            <a:lvl9pPr lvl="8">
              <a:lnSpc>
                <a:spcPct val="115000"/>
              </a:lnSpc>
              <a:spcBef>
                <a:spcPts val="0"/>
              </a:spcBef>
              <a:spcAft>
                <a:spcPts val="0"/>
              </a:spcAft>
              <a:buClr>
                <a:schemeClr val="lt2"/>
              </a:buClr>
              <a:buSzPts val="2800"/>
              <a:buNone/>
              <a:defRPr sz="3900">
                <a:solidFill>
                  <a:schemeClr val="lt2"/>
                </a:solidFill>
                <a:highlight>
                  <a:schemeClr val="accent5"/>
                </a:highlight>
              </a:defRPr>
            </a:lvl9pPr>
          </a:lstStyle>
          <a:p>
            <a:endParaRPr/>
          </a:p>
        </p:txBody>
      </p:sp>
      <p:grpSp>
        <p:nvGrpSpPr>
          <p:cNvPr id="335" name="Google Shape;335;p42"/>
          <p:cNvGrpSpPr/>
          <p:nvPr/>
        </p:nvGrpSpPr>
        <p:grpSpPr>
          <a:xfrm>
            <a:off x="6871890" y="501597"/>
            <a:ext cx="139297" cy="110523"/>
            <a:chOff x="2601950" y="1974675"/>
            <a:chExt cx="2474200" cy="1963100"/>
          </a:xfrm>
        </p:grpSpPr>
        <p:sp>
          <p:nvSpPr>
            <p:cNvPr id="336" name="Google Shape;336;p42"/>
            <p:cNvSpPr/>
            <p:nvPr/>
          </p:nvSpPr>
          <p:spPr>
            <a:xfrm>
              <a:off x="2601950"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37" name="Google Shape;337;p42"/>
            <p:cNvSpPr/>
            <p:nvPr/>
          </p:nvSpPr>
          <p:spPr>
            <a:xfrm>
              <a:off x="4454675"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38" name="Google Shape;338;p42"/>
            <p:cNvSpPr/>
            <p:nvPr/>
          </p:nvSpPr>
          <p:spPr>
            <a:xfrm>
              <a:off x="2601950"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39" name="Google Shape;339;p42"/>
            <p:cNvSpPr/>
            <p:nvPr/>
          </p:nvSpPr>
          <p:spPr>
            <a:xfrm>
              <a:off x="2811025" y="3107225"/>
              <a:ext cx="615675" cy="615675"/>
            </a:xfrm>
            <a:custGeom>
              <a:avLst/>
              <a:gdLst/>
              <a:ahLst/>
              <a:cxnLst/>
              <a:rect l="l" t="t" r="r" b="b"/>
              <a:pathLst>
                <a:path w="24627" h="24627" extrusionOk="0">
                  <a:moveTo>
                    <a:pt x="1" y="1"/>
                  </a:moveTo>
                  <a:lnTo>
                    <a:pt x="1" y="24626"/>
                  </a:lnTo>
                  <a:lnTo>
                    <a:pt x="24626" y="24626"/>
                  </a:lnTo>
                  <a:lnTo>
                    <a:pt x="246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40" name="Google Shape;340;p42"/>
            <p:cNvSpPr/>
            <p:nvPr/>
          </p:nvSpPr>
          <p:spPr>
            <a:xfrm>
              <a:off x="3008500" y="3316325"/>
              <a:ext cx="1759825" cy="621450"/>
            </a:xfrm>
            <a:custGeom>
              <a:avLst/>
              <a:gdLst/>
              <a:ahLst/>
              <a:cxnLst/>
              <a:rect l="l" t="t" r="r" b="b"/>
              <a:pathLst>
                <a:path w="70393" h="24858" extrusionOk="0">
                  <a:moveTo>
                    <a:pt x="0" y="0"/>
                  </a:moveTo>
                  <a:lnTo>
                    <a:pt x="0" y="24858"/>
                  </a:lnTo>
                  <a:lnTo>
                    <a:pt x="70392" y="24858"/>
                  </a:lnTo>
                  <a:lnTo>
                    <a:pt x="7039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41" name="Google Shape;341;p42"/>
            <p:cNvSpPr/>
            <p:nvPr/>
          </p:nvSpPr>
          <p:spPr>
            <a:xfrm>
              <a:off x="4251400" y="3107225"/>
              <a:ext cx="615650" cy="615675"/>
            </a:xfrm>
            <a:custGeom>
              <a:avLst/>
              <a:gdLst/>
              <a:ahLst/>
              <a:cxnLst/>
              <a:rect l="l" t="t" r="r" b="b"/>
              <a:pathLst>
                <a:path w="24626" h="24627" extrusionOk="0">
                  <a:moveTo>
                    <a:pt x="0" y="1"/>
                  </a:moveTo>
                  <a:lnTo>
                    <a:pt x="0" y="24626"/>
                  </a:lnTo>
                  <a:lnTo>
                    <a:pt x="24626" y="24626"/>
                  </a:lnTo>
                  <a:lnTo>
                    <a:pt x="246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42" name="Google Shape;342;p42"/>
            <p:cNvSpPr/>
            <p:nvPr/>
          </p:nvSpPr>
          <p:spPr>
            <a:xfrm>
              <a:off x="4454675"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grpSp>
        <p:nvGrpSpPr>
          <p:cNvPr id="343" name="Google Shape;343;p42"/>
          <p:cNvGrpSpPr/>
          <p:nvPr/>
        </p:nvGrpSpPr>
        <p:grpSpPr>
          <a:xfrm>
            <a:off x="7517552" y="1728897"/>
            <a:ext cx="139297" cy="110523"/>
            <a:chOff x="2601950" y="1974675"/>
            <a:chExt cx="2474200" cy="1963100"/>
          </a:xfrm>
        </p:grpSpPr>
        <p:sp>
          <p:nvSpPr>
            <p:cNvPr id="344" name="Google Shape;344;p42"/>
            <p:cNvSpPr/>
            <p:nvPr/>
          </p:nvSpPr>
          <p:spPr>
            <a:xfrm>
              <a:off x="2601950"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45" name="Google Shape;345;p42"/>
            <p:cNvSpPr/>
            <p:nvPr/>
          </p:nvSpPr>
          <p:spPr>
            <a:xfrm>
              <a:off x="4454675"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46" name="Google Shape;346;p42"/>
            <p:cNvSpPr/>
            <p:nvPr/>
          </p:nvSpPr>
          <p:spPr>
            <a:xfrm>
              <a:off x="2601950"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47" name="Google Shape;347;p42"/>
            <p:cNvSpPr/>
            <p:nvPr/>
          </p:nvSpPr>
          <p:spPr>
            <a:xfrm>
              <a:off x="2811025" y="3107225"/>
              <a:ext cx="615675" cy="615675"/>
            </a:xfrm>
            <a:custGeom>
              <a:avLst/>
              <a:gdLst/>
              <a:ahLst/>
              <a:cxnLst/>
              <a:rect l="l" t="t" r="r" b="b"/>
              <a:pathLst>
                <a:path w="24627" h="24627" extrusionOk="0">
                  <a:moveTo>
                    <a:pt x="1" y="1"/>
                  </a:moveTo>
                  <a:lnTo>
                    <a:pt x="1" y="24626"/>
                  </a:lnTo>
                  <a:lnTo>
                    <a:pt x="24626" y="24626"/>
                  </a:lnTo>
                  <a:lnTo>
                    <a:pt x="246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48" name="Google Shape;348;p42"/>
            <p:cNvSpPr/>
            <p:nvPr/>
          </p:nvSpPr>
          <p:spPr>
            <a:xfrm>
              <a:off x="3008500" y="3316325"/>
              <a:ext cx="1759825" cy="621450"/>
            </a:xfrm>
            <a:custGeom>
              <a:avLst/>
              <a:gdLst/>
              <a:ahLst/>
              <a:cxnLst/>
              <a:rect l="l" t="t" r="r" b="b"/>
              <a:pathLst>
                <a:path w="70393" h="24858" extrusionOk="0">
                  <a:moveTo>
                    <a:pt x="0" y="0"/>
                  </a:moveTo>
                  <a:lnTo>
                    <a:pt x="0" y="24858"/>
                  </a:lnTo>
                  <a:lnTo>
                    <a:pt x="70392" y="24858"/>
                  </a:lnTo>
                  <a:lnTo>
                    <a:pt x="703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49" name="Google Shape;349;p42"/>
            <p:cNvSpPr/>
            <p:nvPr/>
          </p:nvSpPr>
          <p:spPr>
            <a:xfrm>
              <a:off x="4251400" y="3107225"/>
              <a:ext cx="615650" cy="615675"/>
            </a:xfrm>
            <a:custGeom>
              <a:avLst/>
              <a:gdLst/>
              <a:ahLst/>
              <a:cxnLst/>
              <a:rect l="l" t="t" r="r" b="b"/>
              <a:pathLst>
                <a:path w="24626" h="24627" extrusionOk="0">
                  <a:moveTo>
                    <a:pt x="0" y="1"/>
                  </a:moveTo>
                  <a:lnTo>
                    <a:pt x="0" y="24626"/>
                  </a:lnTo>
                  <a:lnTo>
                    <a:pt x="24626" y="24626"/>
                  </a:lnTo>
                  <a:lnTo>
                    <a:pt x="246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50" name="Google Shape;350;p42"/>
            <p:cNvSpPr/>
            <p:nvPr/>
          </p:nvSpPr>
          <p:spPr>
            <a:xfrm>
              <a:off x="4454675"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grpSp>
        <p:nvGrpSpPr>
          <p:cNvPr id="351" name="Google Shape;351;p42"/>
          <p:cNvGrpSpPr/>
          <p:nvPr/>
        </p:nvGrpSpPr>
        <p:grpSpPr>
          <a:xfrm>
            <a:off x="4265152" y="4275922"/>
            <a:ext cx="139297" cy="110523"/>
            <a:chOff x="2601950" y="1974675"/>
            <a:chExt cx="2474200" cy="1963100"/>
          </a:xfrm>
        </p:grpSpPr>
        <p:sp>
          <p:nvSpPr>
            <p:cNvPr id="352" name="Google Shape;352;p42"/>
            <p:cNvSpPr/>
            <p:nvPr/>
          </p:nvSpPr>
          <p:spPr>
            <a:xfrm>
              <a:off x="2601950"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53" name="Google Shape;353;p42"/>
            <p:cNvSpPr/>
            <p:nvPr/>
          </p:nvSpPr>
          <p:spPr>
            <a:xfrm>
              <a:off x="4454675"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54" name="Google Shape;354;p42"/>
            <p:cNvSpPr/>
            <p:nvPr/>
          </p:nvSpPr>
          <p:spPr>
            <a:xfrm>
              <a:off x="2601950"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55" name="Google Shape;355;p42"/>
            <p:cNvSpPr/>
            <p:nvPr/>
          </p:nvSpPr>
          <p:spPr>
            <a:xfrm>
              <a:off x="2811025" y="3107225"/>
              <a:ext cx="615675" cy="615675"/>
            </a:xfrm>
            <a:custGeom>
              <a:avLst/>
              <a:gdLst/>
              <a:ahLst/>
              <a:cxnLst/>
              <a:rect l="l" t="t" r="r" b="b"/>
              <a:pathLst>
                <a:path w="24627" h="24627" extrusionOk="0">
                  <a:moveTo>
                    <a:pt x="1" y="1"/>
                  </a:moveTo>
                  <a:lnTo>
                    <a:pt x="1" y="24626"/>
                  </a:lnTo>
                  <a:lnTo>
                    <a:pt x="24626" y="24626"/>
                  </a:lnTo>
                  <a:lnTo>
                    <a:pt x="246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56" name="Google Shape;356;p42"/>
            <p:cNvSpPr/>
            <p:nvPr/>
          </p:nvSpPr>
          <p:spPr>
            <a:xfrm>
              <a:off x="3008500" y="3316325"/>
              <a:ext cx="1759825" cy="621450"/>
            </a:xfrm>
            <a:custGeom>
              <a:avLst/>
              <a:gdLst/>
              <a:ahLst/>
              <a:cxnLst/>
              <a:rect l="l" t="t" r="r" b="b"/>
              <a:pathLst>
                <a:path w="70393" h="24858" extrusionOk="0">
                  <a:moveTo>
                    <a:pt x="0" y="0"/>
                  </a:moveTo>
                  <a:lnTo>
                    <a:pt x="0" y="24858"/>
                  </a:lnTo>
                  <a:lnTo>
                    <a:pt x="70392" y="24858"/>
                  </a:lnTo>
                  <a:lnTo>
                    <a:pt x="703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57" name="Google Shape;357;p42"/>
            <p:cNvSpPr/>
            <p:nvPr/>
          </p:nvSpPr>
          <p:spPr>
            <a:xfrm>
              <a:off x="4251400" y="3107225"/>
              <a:ext cx="615650" cy="615675"/>
            </a:xfrm>
            <a:custGeom>
              <a:avLst/>
              <a:gdLst/>
              <a:ahLst/>
              <a:cxnLst/>
              <a:rect l="l" t="t" r="r" b="b"/>
              <a:pathLst>
                <a:path w="24626" h="24627" extrusionOk="0">
                  <a:moveTo>
                    <a:pt x="0" y="1"/>
                  </a:moveTo>
                  <a:lnTo>
                    <a:pt x="0" y="24626"/>
                  </a:lnTo>
                  <a:lnTo>
                    <a:pt x="24626" y="24626"/>
                  </a:lnTo>
                  <a:lnTo>
                    <a:pt x="246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58" name="Google Shape;358;p42"/>
            <p:cNvSpPr/>
            <p:nvPr/>
          </p:nvSpPr>
          <p:spPr>
            <a:xfrm>
              <a:off x="4454675"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xmlns:p15="http://schemas.microsoft.com/office/powerpoint/2012/main">
        <p15:guide id="1" orient="horz" pos="159">
          <p15:clr>
            <a:srgbClr val="E46962"/>
          </p15:clr>
        </p15:guide>
        <p15:guide id="2" pos="159">
          <p15:clr>
            <a:srgbClr val="E46962"/>
          </p15:clr>
        </p15:guide>
        <p15:guide id="3" orient="horz" pos="2772">
          <p15:clr>
            <a:srgbClr val="E46962"/>
          </p15:clr>
        </p15:guide>
        <p15:guide id="4" pos="5292">
          <p15:clr>
            <a:srgbClr val="E46962"/>
          </p15:clr>
        </p15:guide>
        <p15:guide id="5" pos="468">
          <p15:clr>
            <a:srgbClr val="E46962"/>
          </p15:clr>
        </p15:guide>
        <p15:guide id="6" pos="5601">
          <p15:clr>
            <a:srgbClr val="E46962"/>
          </p15:clr>
        </p15:guide>
        <p15:guide id="7" orient="horz" pos="468">
          <p15:clr>
            <a:srgbClr val="E46962"/>
          </p15:clr>
        </p15:guide>
        <p15:guide id="8" orient="horz" pos="3081">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title and description - Alt 1">
  <p:cSld name="BLANK_1_1_1_1_1_1_1">
    <p:bg>
      <p:bgPr>
        <a:solidFill>
          <a:schemeClr val="dk1"/>
        </a:solidFill>
        <a:effectLst/>
      </p:bgPr>
    </p:bg>
    <p:spTree>
      <p:nvGrpSpPr>
        <p:cNvPr id="1" name="Shape 359"/>
        <p:cNvGrpSpPr/>
        <p:nvPr/>
      </p:nvGrpSpPr>
      <p:grpSpPr>
        <a:xfrm>
          <a:off x="0" y="0"/>
          <a:ext cx="0" cy="0"/>
          <a:chOff x="0" y="0"/>
          <a:chExt cx="0" cy="0"/>
        </a:xfrm>
      </p:grpSpPr>
      <p:grpSp>
        <p:nvGrpSpPr>
          <p:cNvPr id="360" name="Google Shape;360;p43"/>
          <p:cNvGrpSpPr/>
          <p:nvPr/>
        </p:nvGrpSpPr>
        <p:grpSpPr>
          <a:xfrm>
            <a:off x="0" y="0"/>
            <a:ext cx="9144000" cy="2859050"/>
            <a:chOff x="0" y="0"/>
            <a:chExt cx="9144000" cy="2859050"/>
          </a:xfrm>
        </p:grpSpPr>
        <p:grpSp>
          <p:nvGrpSpPr>
            <p:cNvPr id="361" name="Google Shape;361;p43"/>
            <p:cNvGrpSpPr/>
            <p:nvPr/>
          </p:nvGrpSpPr>
          <p:grpSpPr>
            <a:xfrm>
              <a:off x="2700100" y="175"/>
              <a:ext cx="6443900" cy="2858875"/>
              <a:chOff x="2700100" y="175"/>
              <a:chExt cx="6443900" cy="2858875"/>
            </a:xfrm>
          </p:grpSpPr>
          <p:sp>
            <p:nvSpPr>
              <p:cNvPr id="362" name="Google Shape;362;p43"/>
              <p:cNvSpPr/>
              <p:nvPr/>
            </p:nvSpPr>
            <p:spPr>
              <a:xfrm>
                <a:off x="2700100" y="1225675"/>
                <a:ext cx="783600" cy="903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63" name="Google Shape;363;p43"/>
              <p:cNvSpPr/>
              <p:nvPr/>
            </p:nvSpPr>
            <p:spPr>
              <a:xfrm>
                <a:off x="3463000" y="1250450"/>
                <a:ext cx="1434000" cy="160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64" name="Google Shape;364;p43"/>
              <p:cNvSpPr/>
              <p:nvPr/>
            </p:nvSpPr>
            <p:spPr>
              <a:xfrm>
                <a:off x="4636475" y="175"/>
                <a:ext cx="1659300" cy="1398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65" name="Google Shape;365;p43"/>
              <p:cNvSpPr/>
              <p:nvPr/>
            </p:nvSpPr>
            <p:spPr>
              <a:xfrm>
                <a:off x="6295800" y="1399075"/>
                <a:ext cx="783600" cy="73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66" name="Google Shape;366;p43"/>
              <p:cNvSpPr/>
              <p:nvPr/>
            </p:nvSpPr>
            <p:spPr>
              <a:xfrm>
                <a:off x="7745100" y="175"/>
                <a:ext cx="1398900" cy="1398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67" name="Google Shape;367;p43"/>
              <p:cNvSpPr/>
              <p:nvPr/>
            </p:nvSpPr>
            <p:spPr>
              <a:xfrm>
                <a:off x="6961500" y="175"/>
                <a:ext cx="866100" cy="73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grpSp>
          <p:nvGrpSpPr>
            <p:cNvPr id="368" name="Google Shape;368;p43"/>
            <p:cNvGrpSpPr/>
            <p:nvPr/>
          </p:nvGrpSpPr>
          <p:grpSpPr>
            <a:xfrm>
              <a:off x="0" y="0"/>
              <a:ext cx="4896900" cy="2797700"/>
              <a:chOff x="0" y="0"/>
              <a:chExt cx="4896900" cy="2797700"/>
            </a:xfrm>
          </p:grpSpPr>
          <p:sp>
            <p:nvSpPr>
              <p:cNvPr id="369" name="Google Shape;369;p43"/>
              <p:cNvSpPr/>
              <p:nvPr/>
            </p:nvSpPr>
            <p:spPr>
              <a:xfrm>
                <a:off x="0" y="1398800"/>
                <a:ext cx="1398900" cy="1398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70" name="Google Shape;370;p43"/>
              <p:cNvSpPr/>
              <p:nvPr/>
            </p:nvSpPr>
            <p:spPr>
              <a:xfrm>
                <a:off x="1398900" y="0"/>
                <a:ext cx="3498000" cy="1398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grpSp>
      <p:sp>
        <p:nvSpPr>
          <p:cNvPr id="371" name="Google Shape;371;p43"/>
          <p:cNvSpPr txBox="1">
            <a:spLocks noGrp="1"/>
          </p:cNvSpPr>
          <p:nvPr>
            <p:ph type="subTitle" idx="1"/>
          </p:nvPr>
        </p:nvSpPr>
        <p:spPr>
          <a:xfrm>
            <a:off x="1821150" y="252600"/>
            <a:ext cx="2653500" cy="903600"/>
          </a:xfrm>
          <a:prstGeom prst="rect">
            <a:avLst/>
          </a:prstGeom>
        </p:spPr>
        <p:txBody>
          <a:bodyPr spcFirstLastPara="1" wrap="square" lIns="0" tIns="0" rIns="0" bIns="0" anchor="ctr" anchorCtr="0">
            <a:noAutofit/>
          </a:bodyPr>
          <a:lstStyle>
            <a:lvl1pPr lvl="0">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2pPr>
            <a:lvl3pPr lvl="2">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3pPr>
            <a:lvl4pPr lvl="3">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4pPr>
            <a:lvl5pPr lvl="4">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5pPr>
            <a:lvl6pPr lvl="5">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6pPr>
            <a:lvl7pPr lvl="6">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7pPr>
            <a:lvl8pPr lvl="7">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8pPr>
            <a:lvl9pPr lvl="8">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9pPr>
          </a:lstStyle>
          <a:p>
            <a:endParaRPr/>
          </a:p>
        </p:txBody>
      </p:sp>
      <p:sp>
        <p:nvSpPr>
          <p:cNvPr id="372" name="Google Shape;372;p43"/>
          <p:cNvSpPr txBox="1">
            <a:spLocks noGrp="1"/>
          </p:cNvSpPr>
          <p:nvPr>
            <p:ph type="title"/>
          </p:nvPr>
        </p:nvSpPr>
        <p:spPr>
          <a:xfrm>
            <a:off x="252600" y="4124825"/>
            <a:ext cx="8638800" cy="9036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2"/>
              </a:buClr>
              <a:buSzPts val="7700"/>
              <a:buFont typeface="Space Grotesk"/>
              <a:buNone/>
              <a:defRPr sz="7700">
                <a:solidFill>
                  <a:schemeClr val="lt2"/>
                </a:solidFill>
                <a:latin typeface="Space Grotesk"/>
                <a:ea typeface="Space Grotesk"/>
                <a:cs typeface="Space Grotesk"/>
                <a:sym typeface="Space Grotesk"/>
              </a:defRPr>
            </a:lvl1pPr>
            <a:lvl2pPr lvl="1" algn="ctr">
              <a:spcBef>
                <a:spcPts val="0"/>
              </a:spcBef>
              <a:spcAft>
                <a:spcPts val="0"/>
              </a:spcAft>
              <a:buClr>
                <a:schemeClr val="lt2"/>
              </a:buClr>
              <a:buSzPts val="7700"/>
              <a:buNone/>
              <a:defRPr sz="7700">
                <a:solidFill>
                  <a:schemeClr val="lt2"/>
                </a:solidFill>
              </a:defRPr>
            </a:lvl2pPr>
            <a:lvl3pPr lvl="2" algn="ctr">
              <a:spcBef>
                <a:spcPts val="0"/>
              </a:spcBef>
              <a:spcAft>
                <a:spcPts val="0"/>
              </a:spcAft>
              <a:buClr>
                <a:schemeClr val="lt2"/>
              </a:buClr>
              <a:buSzPts val="7700"/>
              <a:buNone/>
              <a:defRPr sz="7700">
                <a:solidFill>
                  <a:schemeClr val="lt2"/>
                </a:solidFill>
              </a:defRPr>
            </a:lvl3pPr>
            <a:lvl4pPr lvl="3" algn="ctr">
              <a:spcBef>
                <a:spcPts val="0"/>
              </a:spcBef>
              <a:spcAft>
                <a:spcPts val="0"/>
              </a:spcAft>
              <a:buClr>
                <a:schemeClr val="lt2"/>
              </a:buClr>
              <a:buSzPts val="7700"/>
              <a:buNone/>
              <a:defRPr sz="7700">
                <a:solidFill>
                  <a:schemeClr val="lt2"/>
                </a:solidFill>
              </a:defRPr>
            </a:lvl4pPr>
            <a:lvl5pPr lvl="4" algn="ctr">
              <a:spcBef>
                <a:spcPts val="0"/>
              </a:spcBef>
              <a:spcAft>
                <a:spcPts val="0"/>
              </a:spcAft>
              <a:buClr>
                <a:schemeClr val="lt2"/>
              </a:buClr>
              <a:buSzPts val="7700"/>
              <a:buNone/>
              <a:defRPr sz="7700">
                <a:solidFill>
                  <a:schemeClr val="lt2"/>
                </a:solidFill>
              </a:defRPr>
            </a:lvl5pPr>
            <a:lvl6pPr lvl="5" algn="ctr">
              <a:spcBef>
                <a:spcPts val="0"/>
              </a:spcBef>
              <a:spcAft>
                <a:spcPts val="0"/>
              </a:spcAft>
              <a:buClr>
                <a:schemeClr val="lt2"/>
              </a:buClr>
              <a:buSzPts val="7700"/>
              <a:buNone/>
              <a:defRPr sz="7700">
                <a:solidFill>
                  <a:schemeClr val="lt2"/>
                </a:solidFill>
              </a:defRPr>
            </a:lvl6pPr>
            <a:lvl7pPr lvl="6" algn="ctr">
              <a:spcBef>
                <a:spcPts val="0"/>
              </a:spcBef>
              <a:spcAft>
                <a:spcPts val="0"/>
              </a:spcAft>
              <a:buClr>
                <a:schemeClr val="lt2"/>
              </a:buClr>
              <a:buSzPts val="7700"/>
              <a:buNone/>
              <a:defRPr sz="7700">
                <a:solidFill>
                  <a:schemeClr val="lt2"/>
                </a:solidFill>
              </a:defRPr>
            </a:lvl7pPr>
            <a:lvl8pPr lvl="7" algn="ctr">
              <a:spcBef>
                <a:spcPts val="0"/>
              </a:spcBef>
              <a:spcAft>
                <a:spcPts val="0"/>
              </a:spcAft>
              <a:buClr>
                <a:schemeClr val="lt2"/>
              </a:buClr>
              <a:buSzPts val="7700"/>
              <a:buNone/>
              <a:defRPr sz="7700">
                <a:solidFill>
                  <a:schemeClr val="lt2"/>
                </a:solidFill>
              </a:defRPr>
            </a:lvl8pPr>
            <a:lvl9pPr lvl="8" algn="ctr">
              <a:spcBef>
                <a:spcPts val="0"/>
              </a:spcBef>
              <a:spcAft>
                <a:spcPts val="0"/>
              </a:spcAft>
              <a:buClr>
                <a:schemeClr val="lt2"/>
              </a:buClr>
              <a:buSzPts val="7700"/>
              <a:buNone/>
              <a:defRPr sz="7700">
                <a:solidFill>
                  <a:schemeClr val="lt2"/>
                </a:solidFill>
              </a:defRPr>
            </a:lvl9pPr>
          </a:lstStyle>
          <a:p>
            <a:endParaRPr/>
          </a:p>
        </p:txBody>
      </p:sp>
    </p:spTree>
  </p:cSld>
  <p:clrMapOvr>
    <a:masterClrMapping/>
  </p:clrMapOvr>
  <p:extLst>
    <p:ext uri="{DCECCB84-F9BA-43D5-87BE-67443E8EF086}">
      <p15:sldGuideLst xmlns:p15="http://schemas.microsoft.com/office/powerpoint/2012/main">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5292">
          <p15:clr>
            <a:srgbClr val="E46962"/>
          </p15:clr>
        </p15:guide>
        <p15:guide id="6" orient="horz" pos="2772">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ntro ">
  <p:cSld name="BLANK_1_1_1_1_1_1_1_1_1_1_1_1_1_1_1_1_1">
    <p:spTree>
      <p:nvGrpSpPr>
        <p:cNvPr id="1" name="Shape 373"/>
        <p:cNvGrpSpPr/>
        <p:nvPr/>
      </p:nvGrpSpPr>
      <p:grpSpPr>
        <a:xfrm>
          <a:off x="0" y="0"/>
          <a:ext cx="0" cy="0"/>
          <a:chOff x="0" y="0"/>
          <a:chExt cx="0" cy="0"/>
        </a:xfrm>
      </p:grpSpPr>
      <p:sp>
        <p:nvSpPr>
          <p:cNvPr id="374" name="Google Shape;374;p44"/>
          <p:cNvSpPr/>
          <p:nvPr/>
        </p:nvSpPr>
        <p:spPr>
          <a:xfrm>
            <a:off x="4728000" y="2032675"/>
            <a:ext cx="1408200" cy="1473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grpSp>
        <p:nvGrpSpPr>
          <p:cNvPr id="375" name="Google Shape;375;p44"/>
          <p:cNvGrpSpPr/>
          <p:nvPr/>
        </p:nvGrpSpPr>
        <p:grpSpPr>
          <a:xfrm>
            <a:off x="4153925" y="0"/>
            <a:ext cx="4990175" cy="5143425"/>
            <a:chOff x="4153925" y="0"/>
            <a:chExt cx="4990175" cy="5143425"/>
          </a:xfrm>
        </p:grpSpPr>
        <p:sp>
          <p:nvSpPr>
            <p:cNvPr id="376" name="Google Shape;376;p44"/>
            <p:cNvSpPr/>
            <p:nvPr/>
          </p:nvSpPr>
          <p:spPr>
            <a:xfrm>
              <a:off x="6462300" y="1441775"/>
              <a:ext cx="2681700" cy="1147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77" name="Google Shape;377;p44"/>
            <p:cNvSpPr/>
            <p:nvPr/>
          </p:nvSpPr>
          <p:spPr>
            <a:xfrm>
              <a:off x="6289300" y="2420925"/>
              <a:ext cx="2854800" cy="27225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78" name="Google Shape;378;p44"/>
            <p:cNvSpPr/>
            <p:nvPr/>
          </p:nvSpPr>
          <p:spPr>
            <a:xfrm>
              <a:off x="4153925" y="0"/>
              <a:ext cx="1570200" cy="676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79" name="Google Shape;379;p44"/>
            <p:cNvSpPr/>
            <p:nvPr/>
          </p:nvSpPr>
          <p:spPr>
            <a:xfrm>
              <a:off x="4722625" y="0"/>
              <a:ext cx="4421400" cy="2105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
        <p:nvSpPr>
          <p:cNvPr id="380" name="Google Shape;380;p44"/>
          <p:cNvSpPr txBox="1">
            <a:spLocks noGrp="1"/>
          </p:cNvSpPr>
          <p:nvPr>
            <p:ph type="title"/>
          </p:nvPr>
        </p:nvSpPr>
        <p:spPr>
          <a:xfrm>
            <a:off x="252600" y="270725"/>
            <a:ext cx="4216200" cy="8652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highlight>
                  <a:schemeClr val="accent4"/>
                </a:highlight>
              </a:defRPr>
            </a:lvl2pPr>
            <a:lvl3pPr lvl="2">
              <a:lnSpc>
                <a:spcPct val="80000"/>
              </a:lnSpc>
              <a:spcBef>
                <a:spcPts val="0"/>
              </a:spcBef>
              <a:spcAft>
                <a:spcPts val="0"/>
              </a:spcAft>
              <a:buSzPts val="3900"/>
              <a:buFont typeface="Space Grotesk Medium"/>
              <a:buNone/>
              <a:defRPr sz="3900">
                <a:highlight>
                  <a:schemeClr val="accent4"/>
                </a:highlight>
              </a:defRPr>
            </a:lvl3pPr>
            <a:lvl4pPr lvl="3">
              <a:lnSpc>
                <a:spcPct val="80000"/>
              </a:lnSpc>
              <a:spcBef>
                <a:spcPts val="0"/>
              </a:spcBef>
              <a:spcAft>
                <a:spcPts val="0"/>
              </a:spcAft>
              <a:buSzPts val="3900"/>
              <a:buFont typeface="Space Grotesk Medium"/>
              <a:buNone/>
              <a:defRPr sz="3900">
                <a:highlight>
                  <a:schemeClr val="accent4"/>
                </a:highlight>
              </a:defRPr>
            </a:lvl4pPr>
            <a:lvl5pPr lvl="4">
              <a:lnSpc>
                <a:spcPct val="80000"/>
              </a:lnSpc>
              <a:spcBef>
                <a:spcPts val="0"/>
              </a:spcBef>
              <a:spcAft>
                <a:spcPts val="0"/>
              </a:spcAft>
              <a:buSzPts val="3900"/>
              <a:buFont typeface="Space Grotesk Medium"/>
              <a:buNone/>
              <a:defRPr sz="3900">
                <a:highlight>
                  <a:schemeClr val="accent4"/>
                </a:highlight>
              </a:defRPr>
            </a:lvl5pPr>
            <a:lvl6pPr lvl="5">
              <a:lnSpc>
                <a:spcPct val="80000"/>
              </a:lnSpc>
              <a:spcBef>
                <a:spcPts val="0"/>
              </a:spcBef>
              <a:spcAft>
                <a:spcPts val="0"/>
              </a:spcAft>
              <a:buSzPts val="3900"/>
              <a:buFont typeface="Space Grotesk Medium"/>
              <a:buNone/>
              <a:defRPr sz="3900">
                <a:highlight>
                  <a:schemeClr val="accent4"/>
                </a:highlight>
              </a:defRPr>
            </a:lvl6pPr>
            <a:lvl7pPr lvl="6">
              <a:lnSpc>
                <a:spcPct val="80000"/>
              </a:lnSpc>
              <a:spcBef>
                <a:spcPts val="0"/>
              </a:spcBef>
              <a:spcAft>
                <a:spcPts val="0"/>
              </a:spcAft>
              <a:buSzPts val="3900"/>
              <a:buFont typeface="Space Grotesk Medium"/>
              <a:buNone/>
              <a:defRPr sz="3900">
                <a:highlight>
                  <a:schemeClr val="accent4"/>
                </a:highlight>
              </a:defRPr>
            </a:lvl7pPr>
            <a:lvl8pPr lvl="7">
              <a:lnSpc>
                <a:spcPct val="80000"/>
              </a:lnSpc>
              <a:spcBef>
                <a:spcPts val="0"/>
              </a:spcBef>
              <a:spcAft>
                <a:spcPts val="0"/>
              </a:spcAft>
              <a:buSzPts val="3900"/>
              <a:buFont typeface="Space Grotesk Medium"/>
              <a:buNone/>
              <a:defRPr sz="3900">
                <a:highlight>
                  <a:schemeClr val="accent4"/>
                </a:highlight>
              </a:defRPr>
            </a:lvl8pPr>
            <a:lvl9pPr lvl="8">
              <a:lnSpc>
                <a:spcPct val="80000"/>
              </a:lnSpc>
              <a:spcBef>
                <a:spcPts val="0"/>
              </a:spcBef>
              <a:spcAft>
                <a:spcPts val="0"/>
              </a:spcAft>
              <a:buSzPts val="3900"/>
              <a:buFont typeface="Space Grotesk Medium"/>
              <a:buNone/>
              <a:defRPr sz="3900">
                <a:highlight>
                  <a:schemeClr val="accent4"/>
                </a:highlight>
              </a:defRPr>
            </a:lvl9pPr>
          </a:lstStyle>
          <a:p>
            <a:endParaRPr/>
          </a:p>
        </p:txBody>
      </p:sp>
      <p:sp>
        <p:nvSpPr>
          <p:cNvPr id="381" name="Google Shape;381;p44"/>
          <p:cNvSpPr txBox="1">
            <a:spLocks noGrp="1"/>
          </p:cNvSpPr>
          <p:nvPr>
            <p:ph type="body" idx="1"/>
          </p:nvPr>
        </p:nvSpPr>
        <p:spPr>
          <a:xfrm>
            <a:off x="252600" y="1973625"/>
            <a:ext cx="3128700" cy="2917200"/>
          </a:xfrm>
          <a:prstGeom prst="rect">
            <a:avLst/>
          </a:prstGeom>
        </p:spPr>
        <p:txBody>
          <a:bodyPr spcFirstLastPara="1" wrap="square" lIns="0" tIns="0" rIns="0" bIns="0" anchor="b" anchorCtr="0">
            <a:noAutofit/>
          </a:bodyPr>
          <a:lstStyle>
            <a:lvl1pPr marL="457200" lvl="0" indent="-2921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marL="914400" lvl="1"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marL="1371600" lvl="2"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marL="1828800" lvl="3"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marL="2286000" lvl="4"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marL="2743200" lvl="5"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marL="3200400" lvl="6"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marL="3657600" lvl="7"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marL="4114800" lvl="8" indent="-2921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a:endParaRPr/>
          </a:p>
        </p:txBody>
      </p:sp>
      <p:sp>
        <p:nvSpPr>
          <p:cNvPr id="382" name="Google Shape;382;p44"/>
          <p:cNvSpPr>
            <a:spLocks noGrp="1"/>
          </p:cNvSpPr>
          <p:nvPr>
            <p:ph type="pic" idx="2"/>
          </p:nvPr>
        </p:nvSpPr>
        <p:spPr>
          <a:xfrm>
            <a:off x="4468800" y="908675"/>
            <a:ext cx="3936300" cy="3116100"/>
          </a:xfrm>
          <a:prstGeom prst="rect">
            <a:avLst/>
          </a:prstGeom>
          <a:noFill/>
          <a:ln>
            <a:noFill/>
          </a:ln>
        </p:spPr>
        <p:txBody>
          <a:bodyPr/>
          <a:lstStyle/>
          <a:p>
            <a:endParaRPr lang="de-DE"/>
          </a:p>
        </p:txBody>
      </p:sp>
      <p:sp>
        <p:nvSpPr>
          <p:cNvPr id="383" name="Google Shape;383;p44"/>
          <p:cNvSpPr>
            <a:spLocks noGrp="1"/>
          </p:cNvSpPr>
          <p:nvPr>
            <p:ph type="pic" idx="3"/>
          </p:nvPr>
        </p:nvSpPr>
        <p:spPr>
          <a:xfrm>
            <a:off x="4153925" y="1728449"/>
            <a:ext cx="3586800" cy="2672100"/>
          </a:xfrm>
          <a:prstGeom prst="rect">
            <a:avLst/>
          </a:prstGeom>
          <a:noFill/>
          <a:ln>
            <a:noFill/>
          </a:ln>
        </p:spPr>
        <p:txBody>
          <a:bodyPr/>
          <a:lstStyle/>
          <a:p>
            <a:endParaRPr lang="de-DE"/>
          </a:p>
        </p:txBody>
      </p:sp>
    </p:spTree>
  </p:cSld>
  <p:clrMapOvr>
    <a:masterClrMapping/>
  </p:clrMapOvr>
  <p:extLst>
    <p:ext uri="{DCECCB84-F9BA-43D5-87BE-67443E8EF086}">
      <p15:sldGuideLst xmlns:p15="http://schemas.microsoft.com/office/powerpoint/2012/main">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5292">
          <p15:clr>
            <a:srgbClr val="E46962"/>
          </p15:clr>
        </p15:guide>
        <p15:guide id="6" pos="159">
          <p15:clr>
            <a:srgbClr val="E46962"/>
          </p15:clr>
        </p15:guide>
        <p15:guide id="7" orient="horz" pos="2772">
          <p15:clr>
            <a:srgbClr val="E46962"/>
          </p15:clr>
        </p15:guide>
        <p15:guide id="8" pos="2617">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body and image - Alt 1">
  <p:cSld name="BLANK_1_1_1_1_1_1_1_1_1_1_1_1_2">
    <p:bg>
      <p:bgPr>
        <a:solidFill>
          <a:schemeClr val="accent2"/>
        </a:solidFill>
        <a:effectLst/>
      </p:bgPr>
    </p:bg>
    <p:spTree>
      <p:nvGrpSpPr>
        <p:cNvPr id="1" name="Shape 384"/>
        <p:cNvGrpSpPr/>
        <p:nvPr/>
      </p:nvGrpSpPr>
      <p:grpSpPr>
        <a:xfrm>
          <a:off x="0" y="0"/>
          <a:ext cx="0" cy="0"/>
          <a:chOff x="0" y="0"/>
          <a:chExt cx="0" cy="0"/>
        </a:xfrm>
      </p:grpSpPr>
      <p:sp>
        <p:nvSpPr>
          <p:cNvPr id="385" name="Google Shape;385;p45"/>
          <p:cNvSpPr/>
          <p:nvPr/>
        </p:nvSpPr>
        <p:spPr>
          <a:xfrm>
            <a:off x="6462300" y="2136900"/>
            <a:ext cx="2681700" cy="11472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86" name="Google Shape;386;p45"/>
          <p:cNvSpPr/>
          <p:nvPr/>
        </p:nvSpPr>
        <p:spPr>
          <a:xfrm>
            <a:off x="6094200" y="0"/>
            <a:ext cx="3049800" cy="676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Light"/>
              <a:ea typeface="Space Grotesk Light"/>
              <a:cs typeface="Space Grotesk Light"/>
              <a:sym typeface="Space Grotesk Light"/>
            </a:endParaRPr>
          </a:p>
        </p:txBody>
      </p:sp>
      <p:sp>
        <p:nvSpPr>
          <p:cNvPr id="387" name="Google Shape;387;p45"/>
          <p:cNvSpPr/>
          <p:nvPr/>
        </p:nvSpPr>
        <p:spPr>
          <a:xfrm>
            <a:off x="5759200" y="313425"/>
            <a:ext cx="3049800" cy="363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Light"/>
              <a:ea typeface="Space Grotesk Light"/>
              <a:cs typeface="Space Grotesk Light"/>
              <a:sym typeface="Space Grotesk Light"/>
            </a:endParaRPr>
          </a:p>
        </p:txBody>
      </p:sp>
      <p:sp>
        <p:nvSpPr>
          <p:cNvPr id="388" name="Google Shape;388;p45"/>
          <p:cNvSpPr/>
          <p:nvPr/>
        </p:nvSpPr>
        <p:spPr>
          <a:xfrm rot="-5400000">
            <a:off x="5529300" y="2510100"/>
            <a:ext cx="468000" cy="40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389" name="Google Shape;389;p45"/>
          <p:cNvSpPr/>
          <p:nvPr/>
        </p:nvSpPr>
        <p:spPr>
          <a:xfrm>
            <a:off x="4728000" y="2032675"/>
            <a:ext cx="1408200" cy="1473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grpSp>
        <p:nvGrpSpPr>
          <p:cNvPr id="390" name="Google Shape;390;p45"/>
          <p:cNvGrpSpPr/>
          <p:nvPr/>
        </p:nvGrpSpPr>
        <p:grpSpPr>
          <a:xfrm>
            <a:off x="3632100" y="0"/>
            <a:ext cx="5511900" cy="5143525"/>
            <a:chOff x="3632100" y="0"/>
            <a:chExt cx="5511900" cy="5143525"/>
          </a:xfrm>
        </p:grpSpPr>
        <p:sp>
          <p:nvSpPr>
            <p:cNvPr id="391" name="Google Shape;391;p45"/>
            <p:cNvSpPr/>
            <p:nvPr/>
          </p:nvSpPr>
          <p:spPr>
            <a:xfrm>
              <a:off x="6462300" y="1441775"/>
              <a:ext cx="2681700" cy="11472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92" name="Google Shape;392;p45"/>
            <p:cNvSpPr/>
            <p:nvPr/>
          </p:nvSpPr>
          <p:spPr>
            <a:xfrm>
              <a:off x="6462300" y="3103775"/>
              <a:ext cx="2681700" cy="20397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93" name="Google Shape;393;p45"/>
            <p:cNvSpPr/>
            <p:nvPr/>
          </p:nvSpPr>
          <p:spPr>
            <a:xfrm>
              <a:off x="4153925" y="1416600"/>
              <a:ext cx="1570200" cy="676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94" name="Google Shape;394;p45"/>
            <p:cNvSpPr/>
            <p:nvPr/>
          </p:nvSpPr>
          <p:spPr>
            <a:xfrm>
              <a:off x="4196325" y="4236925"/>
              <a:ext cx="2376000" cy="906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395" name="Google Shape;395;p45"/>
            <p:cNvSpPr/>
            <p:nvPr/>
          </p:nvSpPr>
          <p:spPr>
            <a:xfrm>
              <a:off x="3632100" y="0"/>
              <a:ext cx="5511900" cy="1473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
        <p:nvSpPr>
          <p:cNvPr id="396" name="Google Shape;396;p45"/>
          <p:cNvSpPr txBox="1">
            <a:spLocks noGrp="1"/>
          </p:cNvSpPr>
          <p:nvPr>
            <p:ph type="subTitle" idx="1"/>
          </p:nvPr>
        </p:nvSpPr>
        <p:spPr>
          <a:xfrm>
            <a:off x="160431" y="168104"/>
            <a:ext cx="2653500" cy="792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000"/>
              <a:buFont typeface="Space Grotesk"/>
              <a:buNone/>
              <a:defRPr sz="1000">
                <a:highlight>
                  <a:schemeClr val="lt2"/>
                </a:highlight>
              </a:defRPr>
            </a:lvl1pPr>
            <a:lvl2pPr lvl="1">
              <a:lnSpc>
                <a:spcPct val="100000"/>
              </a:lnSpc>
              <a:spcBef>
                <a:spcPts val="0"/>
              </a:spcBef>
              <a:spcAft>
                <a:spcPts val="0"/>
              </a:spcAft>
              <a:buSzPts val="1500"/>
              <a:buFont typeface="Space Grotesk"/>
              <a:buNone/>
              <a:defRPr sz="1500">
                <a:highlight>
                  <a:schemeClr val="lt2"/>
                </a:highlight>
              </a:defRPr>
            </a:lvl2pPr>
            <a:lvl3pPr lvl="2">
              <a:lnSpc>
                <a:spcPct val="100000"/>
              </a:lnSpc>
              <a:spcBef>
                <a:spcPts val="0"/>
              </a:spcBef>
              <a:spcAft>
                <a:spcPts val="0"/>
              </a:spcAft>
              <a:buSzPts val="1500"/>
              <a:buFont typeface="Space Grotesk"/>
              <a:buNone/>
              <a:defRPr sz="1500">
                <a:highlight>
                  <a:schemeClr val="lt2"/>
                </a:highlight>
              </a:defRPr>
            </a:lvl3pPr>
            <a:lvl4pPr lvl="3">
              <a:lnSpc>
                <a:spcPct val="100000"/>
              </a:lnSpc>
              <a:spcBef>
                <a:spcPts val="0"/>
              </a:spcBef>
              <a:spcAft>
                <a:spcPts val="0"/>
              </a:spcAft>
              <a:buSzPts val="1500"/>
              <a:buFont typeface="Space Grotesk"/>
              <a:buNone/>
              <a:defRPr sz="1500">
                <a:highlight>
                  <a:schemeClr val="lt2"/>
                </a:highlight>
              </a:defRPr>
            </a:lvl4pPr>
            <a:lvl5pPr lvl="4">
              <a:lnSpc>
                <a:spcPct val="100000"/>
              </a:lnSpc>
              <a:spcBef>
                <a:spcPts val="0"/>
              </a:spcBef>
              <a:spcAft>
                <a:spcPts val="0"/>
              </a:spcAft>
              <a:buSzPts val="1500"/>
              <a:buFont typeface="Space Grotesk"/>
              <a:buNone/>
              <a:defRPr sz="1500">
                <a:highlight>
                  <a:schemeClr val="lt2"/>
                </a:highlight>
              </a:defRPr>
            </a:lvl5pPr>
            <a:lvl6pPr lvl="5">
              <a:lnSpc>
                <a:spcPct val="100000"/>
              </a:lnSpc>
              <a:spcBef>
                <a:spcPts val="0"/>
              </a:spcBef>
              <a:spcAft>
                <a:spcPts val="0"/>
              </a:spcAft>
              <a:buSzPts val="1500"/>
              <a:buFont typeface="Space Grotesk"/>
              <a:buNone/>
              <a:defRPr sz="1500">
                <a:highlight>
                  <a:schemeClr val="lt2"/>
                </a:highlight>
              </a:defRPr>
            </a:lvl6pPr>
            <a:lvl7pPr lvl="6">
              <a:lnSpc>
                <a:spcPct val="100000"/>
              </a:lnSpc>
              <a:spcBef>
                <a:spcPts val="0"/>
              </a:spcBef>
              <a:spcAft>
                <a:spcPts val="0"/>
              </a:spcAft>
              <a:buSzPts val="1500"/>
              <a:buFont typeface="Space Grotesk"/>
              <a:buNone/>
              <a:defRPr sz="1500">
                <a:highlight>
                  <a:schemeClr val="lt2"/>
                </a:highlight>
              </a:defRPr>
            </a:lvl7pPr>
            <a:lvl8pPr lvl="7">
              <a:lnSpc>
                <a:spcPct val="100000"/>
              </a:lnSpc>
              <a:spcBef>
                <a:spcPts val="0"/>
              </a:spcBef>
              <a:spcAft>
                <a:spcPts val="0"/>
              </a:spcAft>
              <a:buSzPts val="1500"/>
              <a:buFont typeface="Space Grotesk"/>
              <a:buNone/>
              <a:defRPr sz="1500">
                <a:highlight>
                  <a:schemeClr val="lt2"/>
                </a:highlight>
              </a:defRPr>
            </a:lvl8pPr>
            <a:lvl9pPr lvl="8">
              <a:lnSpc>
                <a:spcPct val="100000"/>
              </a:lnSpc>
              <a:spcBef>
                <a:spcPts val="0"/>
              </a:spcBef>
              <a:spcAft>
                <a:spcPts val="0"/>
              </a:spcAft>
              <a:buSzPts val="1500"/>
              <a:buFont typeface="Space Grotesk"/>
              <a:buNone/>
              <a:defRPr sz="1500">
                <a:highlight>
                  <a:schemeClr val="lt2"/>
                </a:highlight>
              </a:defRPr>
            </a:lvl9pPr>
          </a:lstStyle>
          <a:p>
            <a:endParaRPr/>
          </a:p>
        </p:txBody>
      </p:sp>
      <p:sp>
        <p:nvSpPr>
          <p:cNvPr id="397" name="Google Shape;397;p45"/>
          <p:cNvSpPr txBox="1">
            <a:spLocks noGrp="1"/>
          </p:cNvSpPr>
          <p:nvPr>
            <p:ph type="body" idx="2"/>
          </p:nvPr>
        </p:nvSpPr>
        <p:spPr>
          <a:xfrm>
            <a:off x="252600" y="3797350"/>
            <a:ext cx="3049800" cy="1093500"/>
          </a:xfrm>
          <a:prstGeom prst="rect">
            <a:avLst/>
          </a:prstGeom>
        </p:spPr>
        <p:txBody>
          <a:bodyPr spcFirstLastPara="1" wrap="square" lIns="0" tIns="0" rIns="0" bIns="0" anchor="b" anchorCtr="0">
            <a:noAutofit/>
          </a:bodyPr>
          <a:lstStyle>
            <a:lvl1pPr marL="457200" lvl="0" indent="-2921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marL="914400" lvl="1"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marL="1371600" lvl="2"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marL="1828800" lvl="3"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marL="2286000" lvl="4"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marL="2743200" lvl="5"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marL="3200400" lvl="6"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marL="3657600" lvl="7"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marL="4114800" lvl="8" indent="-2921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a:endParaRPr/>
          </a:p>
        </p:txBody>
      </p:sp>
      <p:sp>
        <p:nvSpPr>
          <p:cNvPr id="398" name="Google Shape;398;p45"/>
          <p:cNvSpPr txBox="1">
            <a:spLocks noGrp="1"/>
          </p:cNvSpPr>
          <p:nvPr>
            <p:ph type="title"/>
          </p:nvPr>
        </p:nvSpPr>
        <p:spPr>
          <a:xfrm>
            <a:off x="252600" y="2841100"/>
            <a:ext cx="4288200" cy="8652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3500"/>
              <a:buFont typeface="Space Grotesk Medium"/>
              <a:buNone/>
              <a:defRPr sz="3500">
                <a:highlight>
                  <a:schemeClr val="lt2"/>
                </a:highlight>
              </a:defRPr>
            </a:lvl1pPr>
            <a:lvl2pPr lvl="1">
              <a:lnSpc>
                <a:spcPct val="80000"/>
              </a:lnSpc>
              <a:spcBef>
                <a:spcPts val="0"/>
              </a:spcBef>
              <a:spcAft>
                <a:spcPts val="0"/>
              </a:spcAft>
              <a:buSzPts val="3900"/>
              <a:buFont typeface="Space Grotesk Medium"/>
              <a:buNone/>
              <a:defRPr sz="3900">
                <a:highlight>
                  <a:schemeClr val="lt2"/>
                </a:highlight>
              </a:defRPr>
            </a:lvl2pPr>
            <a:lvl3pPr lvl="2">
              <a:lnSpc>
                <a:spcPct val="80000"/>
              </a:lnSpc>
              <a:spcBef>
                <a:spcPts val="0"/>
              </a:spcBef>
              <a:spcAft>
                <a:spcPts val="0"/>
              </a:spcAft>
              <a:buSzPts val="3900"/>
              <a:buFont typeface="Space Grotesk Medium"/>
              <a:buNone/>
              <a:defRPr sz="3900">
                <a:highlight>
                  <a:schemeClr val="lt2"/>
                </a:highlight>
              </a:defRPr>
            </a:lvl3pPr>
            <a:lvl4pPr lvl="3">
              <a:lnSpc>
                <a:spcPct val="80000"/>
              </a:lnSpc>
              <a:spcBef>
                <a:spcPts val="0"/>
              </a:spcBef>
              <a:spcAft>
                <a:spcPts val="0"/>
              </a:spcAft>
              <a:buSzPts val="3900"/>
              <a:buFont typeface="Space Grotesk Medium"/>
              <a:buNone/>
              <a:defRPr sz="3900">
                <a:highlight>
                  <a:schemeClr val="lt2"/>
                </a:highlight>
              </a:defRPr>
            </a:lvl4pPr>
            <a:lvl5pPr lvl="4">
              <a:lnSpc>
                <a:spcPct val="80000"/>
              </a:lnSpc>
              <a:spcBef>
                <a:spcPts val="0"/>
              </a:spcBef>
              <a:spcAft>
                <a:spcPts val="0"/>
              </a:spcAft>
              <a:buSzPts val="3900"/>
              <a:buFont typeface="Space Grotesk Medium"/>
              <a:buNone/>
              <a:defRPr sz="3900">
                <a:highlight>
                  <a:schemeClr val="lt2"/>
                </a:highlight>
              </a:defRPr>
            </a:lvl5pPr>
            <a:lvl6pPr lvl="5">
              <a:lnSpc>
                <a:spcPct val="80000"/>
              </a:lnSpc>
              <a:spcBef>
                <a:spcPts val="0"/>
              </a:spcBef>
              <a:spcAft>
                <a:spcPts val="0"/>
              </a:spcAft>
              <a:buSzPts val="3900"/>
              <a:buFont typeface="Space Grotesk Medium"/>
              <a:buNone/>
              <a:defRPr sz="3900">
                <a:highlight>
                  <a:schemeClr val="lt2"/>
                </a:highlight>
              </a:defRPr>
            </a:lvl6pPr>
            <a:lvl7pPr lvl="6">
              <a:lnSpc>
                <a:spcPct val="80000"/>
              </a:lnSpc>
              <a:spcBef>
                <a:spcPts val="0"/>
              </a:spcBef>
              <a:spcAft>
                <a:spcPts val="0"/>
              </a:spcAft>
              <a:buSzPts val="3900"/>
              <a:buFont typeface="Space Grotesk Medium"/>
              <a:buNone/>
              <a:defRPr sz="3900">
                <a:highlight>
                  <a:schemeClr val="lt2"/>
                </a:highlight>
              </a:defRPr>
            </a:lvl7pPr>
            <a:lvl8pPr lvl="7">
              <a:lnSpc>
                <a:spcPct val="80000"/>
              </a:lnSpc>
              <a:spcBef>
                <a:spcPts val="0"/>
              </a:spcBef>
              <a:spcAft>
                <a:spcPts val="0"/>
              </a:spcAft>
              <a:buSzPts val="3900"/>
              <a:buFont typeface="Space Grotesk Medium"/>
              <a:buNone/>
              <a:defRPr sz="3900">
                <a:highlight>
                  <a:schemeClr val="lt2"/>
                </a:highlight>
              </a:defRPr>
            </a:lvl8pPr>
            <a:lvl9pPr lvl="8">
              <a:lnSpc>
                <a:spcPct val="80000"/>
              </a:lnSpc>
              <a:spcBef>
                <a:spcPts val="0"/>
              </a:spcBef>
              <a:spcAft>
                <a:spcPts val="0"/>
              </a:spcAft>
              <a:buSzPts val="3900"/>
              <a:buFont typeface="Space Grotesk Medium"/>
              <a:buNone/>
              <a:defRPr sz="3900">
                <a:highlight>
                  <a:schemeClr val="lt2"/>
                </a:highlight>
              </a:defRPr>
            </a:lvl9pPr>
          </a:lstStyle>
          <a:p>
            <a:endParaRPr/>
          </a:p>
        </p:txBody>
      </p:sp>
      <p:sp>
        <p:nvSpPr>
          <p:cNvPr id="399" name="Google Shape;399;p45"/>
          <p:cNvSpPr>
            <a:spLocks noGrp="1"/>
          </p:cNvSpPr>
          <p:nvPr>
            <p:ph type="pic" idx="3"/>
          </p:nvPr>
        </p:nvSpPr>
        <p:spPr>
          <a:xfrm>
            <a:off x="4634854" y="627935"/>
            <a:ext cx="3444300" cy="3271800"/>
          </a:xfrm>
          <a:prstGeom prst="rect">
            <a:avLst/>
          </a:prstGeom>
          <a:noFill/>
          <a:ln>
            <a:noFill/>
          </a:ln>
        </p:spPr>
        <p:txBody>
          <a:bodyPr/>
          <a:lstStyle/>
          <a:p>
            <a:endParaRPr lang="de-DE"/>
          </a:p>
        </p:txBody>
      </p:sp>
    </p:spTree>
  </p:cSld>
  <p:clrMapOvr>
    <a:masterClrMapping/>
  </p:clrMapOvr>
  <p:extLst>
    <p:ext uri="{DCECCB84-F9BA-43D5-87BE-67443E8EF086}">
      <p15:sldGuideLst xmlns:p15="http://schemas.microsoft.com/office/powerpoint/2012/main">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ncept">
  <p:cSld name="ONE_COLUMN_TEXT_1">
    <p:bg>
      <p:bgPr>
        <a:solidFill>
          <a:schemeClr val="accent2"/>
        </a:solidFill>
        <a:effectLst/>
      </p:bgPr>
    </p:bg>
    <p:spTree>
      <p:nvGrpSpPr>
        <p:cNvPr id="1" name="Shape 400"/>
        <p:cNvGrpSpPr/>
        <p:nvPr/>
      </p:nvGrpSpPr>
      <p:grpSpPr>
        <a:xfrm>
          <a:off x="0" y="0"/>
          <a:ext cx="0" cy="0"/>
          <a:chOff x="0" y="0"/>
          <a:chExt cx="0" cy="0"/>
        </a:xfrm>
      </p:grpSpPr>
      <p:grpSp>
        <p:nvGrpSpPr>
          <p:cNvPr id="401" name="Google Shape;401;p46"/>
          <p:cNvGrpSpPr/>
          <p:nvPr/>
        </p:nvGrpSpPr>
        <p:grpSpPr>
          <a:xfrm>
            <a:off x="2230528" y="1108408"/>
            <a:ext cx="4915231" cy="2940670"/>
            <a:chOff x="2230528" y="1108408"/>
            <a:chExt cx="4915231" cy="2940670"/>
          </a:xfrm>
        </p:grpSpPr>
        <p:sp>
          <p:nvSpPr>
            <p:cNvPr id="402" name="Google Shape;402;p46"/>
            <p:cNvSpPr/>
            <p:nvPr/>
          </p:nvSpPr>
          <p:spPr>
            <a:xfrm>
              <a:off x="3583559" y="2237378"/>
              <a:ext cx="3562200" cy="1811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03" name="Google Shape;403;p46"/>
            <p:cNvSpPr/>
            <p:nvPr/>
          </p:nvSpPr>
          <p:spPr>
            <a:xfrm>
              <a:off x="3169759" y="1865553"/>
              <a:ext cx="3562200" cy="1811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04" name="Google Shape;404;p46"/>
            <p:cNvSpPr/>
            <p:nvPr/>
          </p:nvSpPr>
          <p:spPr>
            <a:xfrm>
              <a:off x="2715512" y="1415749"/>
              <a:ext cx="3562200" cy="1811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05" name="Google Shape;405;p46"/>
            <p:cNvSpPr/>
            <p:nvPr/>
          </p:nvSpPr>
          <p:spPr>
            <a:xfrm>
              <a:off x="2230528" y="1108408"/>
              <a:ext cx="3562200" cy="1811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
        <p:nvSpPr>
          <p:cNvPr id="406" name="Google Shape;406;p46"/>
          <p:cNvSpPr txBox="1">
            <a:spLocks noGrp="1"/>
          </p:cNvSpPr>
          <p:nvPr>
            <p:ph type="title"/>
          </p:nvPr>
        </p:nvSpPr>
        <p:spPr>
          <a:xfrm>
            <a:off x="2420613" y="1299977"/>
            <a:ext cx="4262400" cy="9963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500"/>
              <a:buFont typeface="Space Grotesk Medium"/>
              <a:buNone/>
              <a:defRPr sz="3500"/>
            </a:lvl1pPr>
            <a:lvl2pPr lvl="1" algn="ctr">
              <a:lnSpc>
                <a:spcPct val="80000"/>
              </a:lnSpc>
              <a:spcBef>
                <a:spcPts val="0"/>
              </a:spcBef>
              <a:spcAft>
                <a:spcPts val="0"/>
              </a:spcAft>
              <a:buSzPts val="3600"/>
              <a:buFont typeface="Space Grotesk Medium"/>
              <a:buNone/>
              <a:defRPr sz="3600"/>
            </a:lvl2pPr>
            <a:lvl3pPr lvl="2" algn="ctr">
              <a:lnSpc>
                <a:spcPct val="80000"/>
              </a:lnSpc>
              <a:spcBef>
                <a:spcPts val="0"/>
              </a:spcBef>
              <a:spcAft>
                <a:spcPts val="0"/>
              </a:spcAft>
              <a:buSzPts val="3600"/>
              <a:buFont typeface="Space Grotesk Medium"/>
              <a:buNone/>
              <a:defRPr sz="3600"/>
            </a:lvl3pPr>
            <a:lvl4pPr lvl="3" algn="ctr">
              <a:lnSpc>
                <a:spcPct val="80000"/>
              </a:lnSpc>
              <a:spcBef>
                <a:spcPts val="0"/>
              </a:spcBef>
              <a:spcAft>
                <a:spcPts val="0"/>
              </a:spcAft>
              <a:buSzPts val="3600"/>
              <a:buFont typeface="Space Grotesk Medium"/>
              <a:buNone/>
              <a:defRPr sz="3600"/>
            </a:lvl4pPr>
            <a:lvl5pPr lvl="4" algn="ctr">
              <a:lnSpc>
                <a:spcPct val="80000"/>
              </a:lnSpc>
              <a:spcBef>
                <a:spcPts val="0"/>
              </a:spcBef>
              <a:spcAft>
                <a:spcPts val="0"/>
              </a:spcAft>
              <a:buSzPts val="3600"/>
              <a:buFont typeface="Space Grotesk Medium"/>
              <a:buNone/>
              <a:defRPr sz="3600"/>
            </a:lvl5pPr>
            <a:lvl6pPr lvl="5" algn="ctr">
              <a:lnSpc>
                <a:spcPct val="80000"/>
              </a:lnSpc>
              <a:spcBef>
                <a:spcPts val="0"/>
              </a:spcBef>
              <a:spcAft>
                <a:spcPts val="0"/>
              </a:spcAft>
              <a:buSzPts val="3600"/>
              <a:buFont typeface="Space Grotesk Medium"/>
              <a:buNone/>
              <a:defRPr sz="3600"/>
            </a:lvl6pPr>
            <a:lvl7pPr lvl="6" algn="ctr">
              <a:lnSpc>
                <a:spcPct val="80000"/>
              </a:lnSpc>
              <a:spcBef>
                <a:spcPts val="0"/>
              </a:spcBef>
              <a:spcAft>
                <a:spcPts val="0"/>
              </a:spcAft>
              <a:buSzPts val="3600"/>
              <a:buFont typeface="Space Grotesk Medium"/>
              <a:buNone/>
              <a:defRPr sz="3600"/>
            </a:lvl7pPr>
            <a:lvl8pPr lvl="7" algn="ctr">
              <a:lnSpc>
                <a:spcPct val="80000"/>
              </a:lnSpc>
              <a:spcBef>
                <a:spcPts val="0"/>
              </a:spcBef>
              <a:spcAft>
                <a:spcPts val="0"/>
              </a:spcAft>
              <a:buSzPts val="3600"/>
              <a:buFont typeface="Space Grotesk Medium"/>
              <a:buNone/>
              <a:defRPr sz="3600"/>
            </a:lvl8pPr>
            <a:lvl9pPr lvl="8" algn="ctr">
              <a:lnSpc>
                <a:spcPct val="80000"/>
              </a:lnSpc>
              <a:spcBef>
                <a:spcPts val="0"/>
              </a:spcBef>
              <a:spcAft>
                <a:spcPts val="0"/>
              </a:spcAft>
              <a:buSzPts val="3600"/>
              <a:buFont typeface="Space Grotesk Medium"/>
              <a:buNone/>
              <a:defRPr sz="3600"/>
            </a:lvl9pPr>
          </a:lstStyle>
          <a:p>
            <a:endParaRPr/>
          </a:p>
        </p:txBody>
      </p:sp>
      <p:sp>
        <p:nvSpPr>
          <p:cNvPr id="407" name="Google Shape;407;p46"/>
          <p:cNvSpPr txBox="1">
            <a:spLocks noGrp="1"/>
          </p:cNvSpPr>
          <p:nvPr>
            <p:ph type="body" idx="1"/>
          </p:nvPr>
        </p:nvSpPr>
        <p:spPr>
          <a:xfrm>
            <a:off x="4192376" y="2436625"/>
            <a:ext cx="1356300" cy="15483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a:buChar char="●"/>
              <a:defRPr sz="1000">
                <a:highlight>
                  <a:schemeClr val="lt2"/>
                </a:highlight>
              </a:defRPr>
            </a:lvl1pPr>
            <a:lvl2pPr marL="914400" lvl="1" indent="-292100">
              <a:spcBef>
                <a:spcPts val="0"/>
              </a:spcBef>
              <a:spcAft>
                <a:spcPts val="0"/>
              </a:spcAft>
              <a:buSzPts val="1000"/>
              <a:buFont typeface="Space Grotesk"/>
              <a:buChar char="○"/>
              <a:defRPr sz="1000">
                <a:highlight>
                  <a:schemeClr val="lt2"/>
                </a:highlight>
              </a:defRPr>
            </a:lvl2pPr>
            <a:lvl3pPr marL="1371600" lvl="2" indent="-292100">
              <a:spcBef>
                <a:spcPts val="0"/>
              </a:spcBef>
              <a:spcAft>
                <a:spcPts val="0"/>
              </a:spcAft>
              <a:buSzPts val="1000"/>
              <a:buFont typeface="Space Grotesk"/>
              <a:buChar char="■"/>
              <a:defRPr sz="1000">
                <a:highlight>
                  <a:schemeClr val="lt2"/>
                </a:highlight>
              </a:defRPr>
            </a:lvl3pPr>
            <a:lvl4pPr marL="1828800" lvl="3" indent="-292100">
              <a:spcBef>
                <a:spcPts val="0"/>
              </a:spcBef>
              <a:spcAft>
                <a:spcPts val="0"/>
              </a:spcAft>
              <a:buSzPts val="1000"/>
              <a:buFont typeface="Space Grotesk"/>
              <a:buChar char="●"/>
              <a:defRPr sz="1000">
                <a:highlight>
                  <a:schemeClr val="lt2"/>
                </a:highlight>
              </a:defRPr>
            </a:lvl4pPr>
            <a:lvl5pPr marL="2286000" lvl="4" indent="-292100">
              <a:spcBef>
                <a:spcPts val="0"/>
              </a:spcBef>
              <a:spcAft>
                <a:spcPts val="0"/>
              </a:spcAft>
              <a:buSzPts val="1000"/>
              <a:buFont typeface="Space Grotesk"/>
              <a:buChar char="○"/>
              <a:defRPr sz="1000">
                <a:highlight>
                  <a:schemeClr val="lt2"/>
                </a:highlight>
              </a:defRPr>
            </a:lvl5pPr>
            <a:lvl6pPr marL="2743200" lvl="5" indent="-292100">
              <a:spcBef>
                <a:spcPts val="0"/>
              </a:spcBef>
              <a:spcAft>
                <a:spcPts val="0"/>
              </a:spcAft>
              <a:buSzPts val="1000"/>
              <a:buFont typeface="Space Grotesk"/>
              <a:buChar char="■"/>
              <a:defRPr sz="1000">
                <a:highlight>
                  <a:schemeClr val="lt2"/>
                </a:highlight>
              </a:defRPr>
            </a:lvl6pPr>
            <a:lvl7pPr marL="3200400" lvl="6" indent="-292100">
              <a:spcBef>
                <a:spcPts val="0"/>
              </a:spcBef>
              <a:spcAft>
                <a:spcPts val="0"/>
              </a:spcAft>
              <a:buSzPts val="1000"/>
              <a:buFont typeface="Space Grotesk"/>
              <a:buChar char="●"/>
              <a:defRPr sz="1000">
                <a:highlight>
                  <a:schemeClr val="lt2"/>
                </a:highlight>
              </a:defRPr>
            </a:lvl7pPr>
            <a:lvl8pPr marL="3657600" lvl="7" indent="-292100">
              <a:spcBef>
                <a:spcPts val="0"/>
              </a:spcBef>
              <a:spcAft>
                <a:spcPts val="0"/>
              </a:spcAft>
              <a:buSzPts val="1000"/>
              <a:buFont typeface="Space Grotesk"/>
              <a:buChar char="○"/>
              <a:defRPr sz="1000">
                <a:highlight>
                  <a:schemeClr val="lt2"/>
                </a:highlight>
              </a:defRPr>
            </a:lvl8pPr>
            <a:lvl9pPr marL="4114800" lvl="8" indent="-292100">
              <a:spcBef>
                <a:spcPts val="0"/>
              </a:spcBef>
              <a:spcAft>
                <a:spcPts val="0"/>
              </a:spcAft>
              <a:buSzPts val="1000"/>
              <a:buFont typeface="Space Grotesk"/>
              <a:buChar char="■"/>
              <a:defRPr sz="1000">
                <a:highlight>
                  <a:schemeClr val="lt2"/>
                </a:highlight>
              </a:defRPr>
            </a:lvl9pPr>
          </a:lstStyle>
          <a:p>
            <a:endParaRPr/>
          </a:p>
        </p:txBody>
      </p:sp>
      <p:sp>
        <p:nvSpPr>
          <p:cNvPr id="408" name="Google Shape;408;p46"/>
          <p:cNvSpPr txBox="1">
            <a:spLocks noGrp="1"/>
          </p:cNvSpPr>
          <p:nvPr>
            <p:ph type="body" idx="2"/>
          </p:nvPr>
        </p:nvSpPr>
        <p:spPr>
          <a:xfrm>
            <a:off x="5712456" y="2436625"/>
            <a:ext cx="1356300" cy="15483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a:buChar char="●"/>
              <a:defRPr sz="1000">
                <a:highlight>
                  <a:schemeClr val="lt2"/>
                </a:highlight>
              </a:defRPr>
            </a:lvl1pPr>
            <a:lvl2pPr marL="914400" lvl="1" indent="-292100">
              <a:spcBef>
                <a:spcPts val="0"/>
              </a:spcBef>
              <a:spcAft>
                <a:spcPts val="0"/>
              </a:spcAft>
              <a:buSzPts val="1000"/>
              <a:buFont typeface="Space Grotesk"/>
              <a:buChar char="○"/>
              <a:defRPr sz="1000">
                <a:highlight>
                  <a:schemeClr val="lt2"/>
                </a:highlight>
              </a:defRPr>
            </a:lvl2pPr>
            <a:lvl3pPr marL="1371600" lvl="2" indent="-292100">
              <a:spcBef>
                <a:spcPts val="0"/>
              </a:spcBef>
              <a:spcAft>
                <a:spcPts val="0"/>
              </a:spcAft>
              <a:buSzPts val="1000"/>
              <a:buFont typeface="Space Grotesk"/>
              <a:buChar char="■"/>
              <a:defRPr sz="1000">
                <a:highlight>
                  <a:schemeClr val="lt2"/>
                </a:highlight>
              </a:defRPr>
            </a:lvl3pPr>
            <a:lvl4pPr marL="1828800" lvl="3" indent="-292100">
              <a:spcBef>
                <a:spcPts val="0"/>
              </a:spcBef>
              <a:spcAft>
                <a:spcPts val="0"/>
              </a:spcAft>
              <a:buSzPts val="1000"/>
              <a:buFont typeface="Space Grotesk"/>
              <a:buChar char="●"/>
              <a:defRPr sz="1000">
                <a:highlight>
                  <a:schemeClr val="lt2"/>
                </a:highlight>
              </a:defRPr>
            </a:lvl4pPr>
            <a:lvl5pPr marL="2286000" lvl="4" indent="-292100">
              <a:spcBef>
                <a:spcPts val="0"/>
              </a:spcBef>
              <a:spcAft>
                <a:spcPts val="0"/>
              </a:spcAft>
              <a:buSzPts val="1000"/>
              <a:buFont typeface="Space Grotesk"/>
              <a:buChar char="○"/>
              <a:defRPr sz="1000">
                <a:highlight>
                  <a:schemeClr val="lt2"/>
                </a:highlight>
              </a:defRPr>
            </a:lvl5pPr>
            <a:lvl6pPr marL="2743200" lvl="5" indent="-292100">
              <a:spcBef>
                <a:spcPts val="0"/>
              </a:spcBef>
              <a:spcAft>
                <a:spcPts val="0"/>
              </a:spcAft>
              <a:buSzPts val="1000"/>
              <a:buFont typeface="Space Grotesk"/>
              <a:buChar char="■"/>
              <a:defRPr sz="1000">
                <a:highlight>
                  <a:schemeClr val="lt2"/>
                </a:highlight>
              </a:defRPr>
            </a:lvl6pPr>
            <a:lvl7pPr marL="3200400" lvl="6" indent="-292100">
              <a:spcBef>
                <a:spcPts val="0"/>
              </a:spcBef>
              <a:spcAft>
                <a:spcPts val="0"/>
              </a:spcAft>
              <a:buSzPts val="1000"/>
              <a:buFont typeface="Space Grotesk"/>
              <a:buChar char="●"/>
              <a:defRPr sz="1000">
                <a:highlight>
                  <a:schemeClr val="lt2"/>
                </a:highlight>
              </a:defRPr>
            </a:lvl7pPr>
            <a:lvl8pPr marL="3657600" lvl="7" indent="-292100">
              <a:spcBef>
                <a:spcPts val="0"/>
              </a:spcBef>
              <a:spcAft>
                <a:spcPts val="0"/>
              </a:spcAft>
              <a:buSzPts val="1000"/>
              <a:buFont typeface="Space Grotesk"/>
              <a:buChar char="○"/>
              <a:defRPr sz="1000">
                <a:highlight>
                  <a:schemeClr val="lt2"/>
                </a:highlight>
              </a:defRPr>
            </a:lvl8pPr>
            <a:lvl9pPr marL="4114800" lvl="8" indent="-292100">
              <a:spcBef>
                <a:spcPts val="0"/>
              </a:spcBef>
              <a:spcAft>
                <a:spcPts val="0"/>
              </a:spcAft>
              <a:buSzPts val="1000"/>
              <a:buFont typeface="Space Grotesk"/>
              <a:buChar char="■"/>
              <a:defRPr sz="1000">
                <a:highlight>
                  <a:schemeClr val="lt2"/>
                </a:highlight>
              </a:defRPr>
            </a:lvl9pPr>
          </a:lstStyle>
          <a:p>
            <a:endParaRPr/>
          </a:p>
        </p:txBody>
      </p:sp>
      <p:sp>
        <p:nvSpPr>
          <p:cNvPr id="409" name="Google Shape;409;p46"/>
          <p:cNvSpPr txBox="1">
            <a:spLocks noGrp="1"/>
          </p:cNvSpPr>
          <p:nvPr>
            <p:ph type="body" idx="3"/>
          </p:nvPr>
        </p:nvSpPr>
        <p:spPr>
          <a:xfrm>
            <a:off x="2230525" y="2436625"/>
            <a:ext cx="1878300" cy="2085900"/>
          </a:xfrm>
          <a:prstGeom prst="rect">
            <a:avLst/>
          </a:prstGeom>
        </p:spPr>
        <p:txBody>
          <a:bodyPr spcFirstLastPara="1" wrap="square" lIns="0" tIns="0" rIns="0" bIns="0" anchor="t" anchorCtr="0">
            <a:noAutofit/>
          </a:bodyPr>
          <a:lstStyle>
            <a:lvl1pPr marL="457200" lvl="0" indent="-323850">
              <a:spcBef>
                <a:spcPts val="0"/>
              </a:spcBef>
              <a:spcAft>
                <a:spcPts val="0"/>
              </a:spcAft>
              <a:buClr>
                <a:schemeClr val="lt2"/>
              </a:buClr>
              <a:buSzPts val="1500"/>
              <a:buFont typeface="Space Grotesk"/>
              <a:buChar char="●"/>
              <a:defRPr sz="1500">
                <a:solidFill>
                  <a:schemeClr val="lt2"/>
                </a:solidFill>
                <a:highlight>
                  <a:schemeClr val="dk1"/>
                </a:highlight>
              </a:defRPr>
            </a:lvl1pPr>
            <a:lvl2pPr marL="914400" lvl="1" indent="-323850">
              <a:spcBef>
                <a:spcPts val="0"/>
              </a:spcBef>
              <a:spcAft>
                <a:spcPts val="0"/>
              </a:spcAft>
              <a:buClr>
                <a:schemeClr val="lt2"/>
              </a:buClr>
              <a:buSzPts val="1500"/>
              <a:buFont typeface="Space Grotesk"/>
              <a:buChar char="○"/>
              <a:defRPr sz="1500">
                <a:solidFill>
                  <a:schemeClr val="lt2"/>
                </a:solidFill>
                <a:highlight>
                  <a:schemeClr val="dk1"/>
                </a:highlight>
              </a:defRPr>
            </a:lvl2pPr>
            <a:lvl3pPr marL="1371600" lvl="2" indent="-323850">
              <a:spcBef>
                <a:spcPts val="0"/>
              </a:spcBef>
              <a:spcAft>
                <a:spcPts val="0"/>
              </a:spcAft>
              <a:buClr>
                <a:schemeClr val="lt2"/>
              </a:buClr>
              <a:buSzPts val="1500"/>
              <a:buFont typeface="Space Grotesk"/>
              <a:buChar char="■"/>
              <a:defRPr sz="1500">
                <a:solidFill>
                  <a:schemeClr val="lt2"/>
                </a:solidFill>
                <a:highlight>
                  <a:schemeClr val="dk1"/>
                </a:highlight>
              </a:defRPr>
            </a:lvl3pPr>
            <a:lvl4pPr marL="1828800" lvl="3" indent="-323850">
              <a:spcBef>
                <a:spcPts val="0"/>
              </a:spcBef>
              <a:spcAft>
                <a:spcPts val="0"/>
              </a:spcAft>
              <a:buClr>
                <a:schemeClr val="lt2"/>
              </a:buClr>
              <a:buSzPts val="1500"/>
              <a:buFont typeface="Space Grotesk"/>
              <a:buChar char="●"/>
              <a:defRPr sz="1500">
                <a:solidFill>
                  <a:schemeClr val="lt2"/>
                </a:solidFill>
                <a:highlight>
                  <a:schemeClr val="dk1"/>
                </a:highlight>
              </a:defRPr>
            </a:lvl4pPr>
            <a:lvl5pPr marL="2286000" lvl="4" indent="-323850">
              <a:spcBef>
                <a:spcPts val="0"/>
              </a:spcBef>
              <a:spcAft>
                <a:spcPts val="0"/>
              </a:spcAft>
              <a:buClr>
                <a:schemeClr val="lt2"/>
              </a:buClr>
              <a:buSzPts val="1500"/>
              <a:buFont typeface="Space Grotesk"/>
              <a:buChar char="○"/>
              <a:defRPr sz="1500">
                <a:solidFill>
                  <a:schemeClr val="lt2"/>
                </a:solidFill>
                <a:highlight>
                  <a:schemeClr val="dk1"/>
                </a:highlight>
              </a:defRPr>
            </a:lvl5pPr>
            <a:lvl6pPr marL="2743200" lvl="5" indent="-323850">
              <a:spcBef>
                <a:spcPts val="0"/>
              </a:spcBef>
              <a:spcAft>
                <a:spcPts val="0"/>
              </a:spcAft>
              <a:buClr>
                <a:schemeClr val="lt2"/>
              </a:buClr>
              <a:buSzPts val="1500"/>
              <a:buFont typeface="Space Grotesk"/>
              <a:buChar char="■"/>
              <a:defRPr sz="1500">
                <a:solidFill>
                  <a:schemeClr val="lt2"/>
                </a:solidFill>
                <a:highlight>
                  <a:schemeClr val="dk1"/>
                </a:highlight>
              </a:defRPr>
            </a:lvl6pPr>
            <a:lvl7pPr marL="3200400" lvl="6" indent="-323850">
              <a:spcBef>
                <a:spcPts val="0"/>
              </a:spcBef>
              <a:spcAft>
                <a:spcPts val="0"/>
              </a:spcAft>
              <a:buClr>
                <a:schemeClr val="lt2"/>
              </a:buClr>
              <a:buSzPts val="1500"/>
              <a:buFont typeface="Space Grotesk"/>
              <a:buChar char="●"/>
              <a:defRPr sz="1500">
                <a:solidFill>
                  <a:schemeClr val="lt2"/>
                </a:solidFill>
                <a:highlight>
                  <a:schemeClr val="dk1"/>
                </a:highlight>
              </a:defRPr>
            </a:lvl7pPr>
            <a:lvl8pPr marL="3657600" lvl="7" indent="-323850">
              <a:spcBef>
                <a:spcPts val="0"/>
              </a:spcBef>
              <a:spcAft>
                <a:spcPts val="0"/>
              </a:spcAft>
              <a:buClr>
                <a:schemeClr val="lt2"/>
              </a:buClr>
              <a:buSzPts val="1500"/>
              <a:buFont typeface="Space Grotesk"/>
              <a:buChar char="○"/>
              <a:defRPr sz="1500">
                <a:solidFill>
                  <a:schemeClr val="lt2"/>
                </a:solidFill>
                <a:highlight>
                  <a:schemeClr val="dk1"/>
                </a:highlight>
              </a:defRPr>
            </a:lvl8pPr>
            <a:lvl9pPr marL="4114800" lvl="8" indent="-323850">
              <a:spcBef>
                <a:spcPts val="0"/>
              </a:spcBef>
              <a:spcAft>
                <a:spcPts val="0"/>
              </a:spcAft>
              <a:buClr>
                <a:schemeClr val="lt2"/>
              </a:buClr>
              <a:buSzPts val="1500"/>
              <a:buFont typeface="Space Grotesk"/>
              <a:buChar char="■"/>
              <a:defRPr sz="1500">
                <a:solidFill>
                  <a:schemeClr val="lt2"/>
                </a:solidFill>
                <a:highlight>
                  <a:schemeClr val="dk1"/>
                </a:highlight>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Introduction">
  <p:cSld name="CUSTOM">
    <p:bg>
      <p:bgPr>
        <a:solidFill>
          <a:schemeClr val="accent2"/>
        </a:solidFill>
        <a:effectLst/>
      </p:bgPr>
    </p:bg>
    <p:spTree>
      <p:nvGrpSpPr>
        <p:cNvPr id="1" name="Shape 410"/>
        <p:cNvGrpSpPr/>
        <p:nvPr/>
      </p:nvGrpSpPr>
      <p:grpSpPr>
        <a:xfrm>
          <a:off x="0" y="0"/>
          <a:ext cx="0" cy="0"/>
          <a:chOff x="0" y="0"/>
          <a:chExt cx="0" cy="0"/>
        </a:xfrm>
      </p:grpSpPr>
      <p:sp>
        <p:nvSpPr>
          <p:cNvPr id="411" name="Google Shape;411;p47"/>
          <p:cNvSpPr>
            <a:spLocks noGrp="1"/>
          </p:cNvSpPr>
          <p:nvPr>
            <p:ph type="pic" idx="2"/>
          </p:nvPr>
        </p:nvSpPr>
        <p:spPr>
          <a:xfrm>
            <a:off x="743700" y="1693750"/>
            <a:ext cx="3974100" cy="2702400"/>
          </a:xfrm>
          <a:prstGeom prst="rect">
            <a:avLst/>
          </a:prstGeom>
          <a:noFill/>
          <a:ln>
            <a:noFill/>
          </a:ln>
        </p:spPr>
        <p:txBody>
          <a:bodyPr/>
          <a:lstStyle/>
          <a:p>
            <a:endParaRPr lang="de-DE"/>
          </a:p>
        </p:txBody>
      </p:sp>
      <p:grpSp>
        <p:nvGrpSpPr>
          <p:cNvPr id="412" name="Google Shape;412;p47"/>
          <p:cNvGrpSpPr/>
          <p:nvPr/>
        </p:nvGrpSpPr>
        <p:grpSpPr>
          <a:xfrm>
            <a:off x="743700" y="742300"/>
            <a:ext cx="7047725" cy="3657400"/>
            <a:chOff x="743700" y="742300"/>
            <a:chExt cx="7047725" cy="3657400"/>
          </a:xfrm>
        </p:grpSpPr>
        <p:sp>
          <p:nvSpPr>
            <p:cNvPr id="413" name="Google Shape;413;p47"/>
            <p:cNvSpPr/>
            <p:nvPr/>
          </p:nvSpPr>
          <p:spPr>
            <a:xfrm>
              <a:off x="4626725" y="1693750"/>
              <a:ext cx="3164700" cy="1721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14" name="Google Shape;414;p47"/>
            <p:cNvSpPr/>
            <p:nvPr/>
          </p:nvSpPr>
          <p:spPr>
            <a:xfrm>
              <a:off x="4718150" y="3341000"/>
              <a:ext cx="1465200" cy="1058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15" name="Google Shape;415;p47"/>
            <p:cNvSpPr/>
            <p:nvPr/>
          </p:nvSpPr>
          <p:spPr>
            <a:xfrm>
              <a:off x="743700" y="742300"/>
              <a:ext cx="4529700" cy="1839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16" name="Google Shape;416;p47"/>
            <p:cNvSpPr/>
            <p:nvPr/>
          </p:nvSpPr>
          <p:spPr>
            <a:xfrm>
              <a:off x="1359836" y="2451775"/>
              <a:ext cx="416400" cy="392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17" name="Google Shape;417;p47"/>
            <p:cNvSpPr/>
            <p:nvPr/>
          </p:nvSpPr>
          <p:spPr>
            <a:xfrm>
              <a:off x="744050" y="3236575"/>
              <a:ext cx="741900" cy="392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18" name="Google Shape;418;p47"/>
            <p:cNvSpPr/>
            <p:nvPr/>
          </p:nvSpPr>
          <p:spPr>
            <a:xfrm>
              <a:off x="1495975" y="2368625"/>
              <a:ext cx="765000" cy="867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19" name="Google Shape;419;p47"/>
            <p:cNvSpPr/>
            <p:nvPr/>
          </p:nvSpPr>
          <p:spPr>
            <a:xfrm>
              <a:off x="3976375" y="2351575"/>
              <a:ext cx="741900" cy="492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
        <p:nvSpPr>
          <p:cNvPr id="420" name="Google Shape;420;p47"/>
          <p:cNvSpPr/>
          <p:nvPr/>
        </p:nvSpPr>
        <p:spPr>
          <a:xfrm>
            <a:off x="4718150" y="2839125"/>
            <a:ext cx="1465200" cy="576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21" name="Google Shape;421;p47"/>
          <p:cNvSpPr/>
          <p:nvPr/>
        </p:nvSpPr>
        <p:spPr>
          <a:xfrm>
            <a:off x="6183250" y="3341000"/>
            <a:ext cx="1245300" cy="1058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22" name="Google Shape;422;p47"/>
          <p:cNvSpPr txBox="1">
            <a:spLocks noGrp="1"/>
          </p:cNvSpPr>
          <p:nvPr>
            <p:ph type="title"/>
          </p:nvPr>
        </p:nvSpPr>
        <p:spPr>
          <a:xfrm>
            <a:off x="1032350" y="737025"/>
            <a:ext cx="3651300" cy="1555500"/>
          </a:xfrm>
          <a:prstGeom prst="rect">
            <a:avLst/>
          </a:prstGeom>
        </p:spPr>
        <p:txBody>
          <a:bodyPr spcFirstLastPara="1" wrap="square" lIns="0" tIns="0" rIns="0" bIns="0" anchor="t" anchorCtr="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a:endParaRPr/>
          </a:p>
        </p:txBody>
      </p:sp>
      <p:sp>
        <p:nvSpPr>
          <p:cNvPr id="423" name="Google Shape;423;p47"/>
          <p:cNvSpPr txBox="1">
            <a:spLocks noGrp="1"/>
          </p:cNvSpPr>
          <p:nvPr>
            <p:ph type="title" idx="3"/>
          </p:nvPr>
        </p:nvSpPr>
        <p:spPr>
          <a:xfrm>
            <a:off x="6183250" y="3136100"/>
            <a:ext cx="2217000" cy="208500"/>
          </a:xfrm>
          <a:prstGeom prst="rect">
            <a:avLst/>
          </a:prstGeom>
        </p:spPr>
        <p:txBody>
          <a:bodyPr spcFirstLastPara="1" wrap="square" lIns="0" tIns="0" rIns="0" bIns="0" anchor="t" anchorCtr="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lnSpc>
                <a:spcPct val="115000"/>
              </a:lnSpc>
              <a:spcBef>
                <a:spcPts val="0"/>
              </a:spcBef>
              <a:spcAft>
                <a:spcPts val="0"/>
              </a:spcAft>
              <a:buSzPts val="1000"/>
              <a:buFont typeface="Space Grotesk Medium"/>
              <a:buNone/>
              <a:defRPr sz="1000">
                <a:highlight>
                  <a:schemeClr val="lt2"/>
                </a:highlight>
              </a:defRPr>
            </a:lvl2pPr>
            <a:lvl3pPr lvl="2">
              <a:lnSpc>
                <a:spcPct val="115000"/>
              </a:lnSpc>
              <a:spcBef>
                <a:spcPts val="0"/>
              </a:spcBef>
              <a:spcAft>
                <a:spcPts val="0"/>
              </a:spcAft>
              <a:buSzPts val="1000"/>
              <a:buFont typeface="Space Grotesk Medium"/>
              <a:buNone/>
              <a:defRPr sz="1000">
                <a:highlight>
                  <a:schemeClr val="lt2"/>
                </a:highlight>
              </a:defRPr>
            </a:lvl3pPr>
            <a:lvl4pPr lvl="3">
              <a:lnSpc>
                <a:spcPct val="115000"/>
              </a:lnSpc>
              <a:spcBef>
                <a:spcPts val="0"/>
              </a:spcBef>
              <a:spcAft>
                <a:spcPts val="0"/>
              </a:spcAft>
              <a:buSzPts val="1000"/>
              <a:buFont typeface="Space Grotesk Medium"/>
              <a:buNone/>
              <a:defRPr sz="1000">
                <a:highlight>
                  <a:schemeClr val="lt2"/>
                </a:highlight>
              </a:defRPr>
            </a:lvl4pPr>
            <a:lvl5pPr lvl="4">
              <a:lnSpc>
                <a:spcPct val="115000"/>
              </a:lnSpc>
              <a:spcBef>
                <a:spcPts val="0"/>
              </a:spcBef>
              <a:spcAft>
                <a:spcPts val="0"/>
              </a:spcAft>
              <a:buSzPts val="1000"/>
              <a:buFont typeface="Space Grotesk Medium"/>
              <a:buNone/>
              <a:defRPr sz="1000">
                <a:highlight>
                  <a:schemeClr val="lt2"/>
                </a:highlight>
              </a:defRPr>
            </a:lvl5pPr>
            <a:lvl6pPr lvl="5">
              <a:lnSpc>
                <a:spcPct val="115000"/>
              </a:lnSpc>
              <a:spcBef>
                <a:spcPts val="0"/>
              </a:spcBef>
              <a:spcAft>
                <a:spcPts val="0"/>
              </a:spcAft>
              <a:buSzPts val="1000"/>
              <a:buFont typeface="Space Grotesk Medium"/>
              <a:buNone/>
              <a:defRPr sz="1000">
                <a:highlight>
                  <a:schemeClr val="lt2"/>
                </a:highlight>
              </a:defRPr>
            </a:lvl6pPr>
            <a:lvl7pPr lvl="6">
              <a:lnSpc>
                <a:spcPct val="115000"/>
              </a:lnSpc>
              <a:spcBef>
                <a:spcPts val="0"/>
              </a:spcBef>
              <a:spcAft>
                <a:spcPts val="0"/>
              </a:spcAft>
              <a:buSzPts val="1000"/>
              <a:buFont typeface="Space Grotesk Medium"/>
              <a:buNone/>
              <a:defRPr sz="1000">
                <a:highlight>
                  <a:schemeClr val="lt2"/>
                </a:highlight>
              </a:defRPr>
            </a:lvl7pPr>
            <a:lvl8pPr lvl="7">
              <a:lnSpc>
                <a:spcPct val="115000"/>
              </a:lnSpc>
              <a:spcBef>
                <a:spcPts val="0"/>
              </a:spcBef>
              <a:spcAft>
                <a:spcPts val="0"/>
              </a:spcAft>
              <a:buSzPts val="1000"/>
              <a:buFont typeface="Space Grotesk Medium"/>
              <a:buNone/>
              <a:defRPr sz="1000">
                <a:highlight>
                  <a:schemeClr val="lt2"/>
                </a:highlight>
              </a:defRPr>
            </a:lvl8pPr>
            <a:lvl9pPr lvl="8">
              <a:lnSpc>
                <a:spcPct val="115000"/>
              </a:lnSpc>
              <a:spcBef>
                <a:spcPts val="0"/>
              </a:spcBef>
              <a:spcAft>
                <a:spcPts val="0"/>
              </a:spcAft>
              <a:buSzPts val="1000"/>
              <a:buFont typeface="Space Grotesk Medium"/>
              <a:buNone/>
              <a:defRPr sz="1000">
                <a:highlight>
                  <a:schemeClr val="lt2"/>
                </a:highlight>
              </a:defRPr>
            </a:lvl9pPr>
          </a:lstStyle>
          <a:p>
            <a:endParaRPr/>
          </a:p>
        </p:txBody>
      </p:sp>
      <p:sp>
        <p:nvSpPr>
          <p:cNvPr id="424" name="Google Shape;424;p47"/>
          <p:cNvSpPr txBox="1">
            <a:spLocks noGrp="1"/>
          </p:cNvSpPr>
          <p:nvPr>
            <p:ph type="title" idx="4"/>
          </p:nvPr>
        </p:nvSpPr>
        <p:spPr>
          <a:xfrm>
            <a:off x="4713425" y="1725175"/>
            <a:ext cx="2991300" cy="1211400"/>
          </a:xfrm>
          <a:prstGeom prst="rect">
            <a:avLst/>
          </a:prstGeom>
        </p:spPr>
        <p:txBody>
          <a:bodyPr spcFirstLastPara="1" wrap="square" lIns="0" tIns="0" rIns="0" bIns="0" anchor="t" anchorCtr="0">
            <a:noAutofit/>
          </a:bodyPr>
          <a:lstStyle>
            <a:lvl1pPr lvl="0">
              <a:lnSpc>
                <a:spcPct val="115000"/>
              </a:lnSpc>
              <a:spcBef>
                <a:spcPts val="0"/>
              </a:spcBef>
              <a:spcAft>
                <a:spcPts val="0"/>
              </a:spcAft>
              <a:buSzPts val="1500"/>
              <a:buFont typeface="Space Grotesk Medium"/>
              <a:buNone/>
              <a:defRPr sz="1500">
                <a:highlight>
                  <a:schemeClr val="lt2"/>
                </a:highlight>
              </a:defRPr>
            </a:lvl1pPr>
            <a:lvl2pPr lvl="1">
              <a:lnSpc>
                <a:spcPct val="115000"/>
              </a:lnSpc>
              <a:spcBef>
                <a:spcPts val="0"/>
              </a:spcBef>
              <a:spcAft>
                <a:spcPts val="0"/>
              </a:spcAft>
              <a:buSzPts val="1500"/>
              <a:buFont typeface="Space Grotesk Medium"/>
              <a:buNone/>
              <a:defRPr sz="1500">
                <a:highlight>
                  <a:schemeClr val="lt2"/>
                </a:highlight>
              </a:defRPr>
            </a:lvl2pPr>
            <a:lvl3pPr lvl="2">
              <a:lnSpc>
                <a:spcPct val="115000"/>
              </a:lnSpc>
              <a:spcBef>
                <a:spcPts val="0"/>
              </a:spcBef>
              <a:spcAft>
                <a:spcPts val="0"/>
              </a:spcAft>
              <a:buSzPts val="1500"/>
              <a:buFont typeface="Space Grotesk Medium"/>
              <a:buNone/>
              <a:defRPr sz="1500">
                <a:highlight>
                  <a:schemeClr val="lt2"/>
                </a:highlight>
              </a:defRPr>
            </a:lvl3pPr>
            <a:lvl4pPr lvl="3">
              <a:lnSpc>
                <a:spcPct val="115000"/>
              </a:lnSpc>
              <a:spcBef>
                <a:spcPts val="0"/>
              </a:spcBef>
              <a:spcAft>
                <a:spcPts val="0"/>
              </a:spcAft>
              <a:buSzPts val="1500"/>
              <a:buFont typeface="Space Grotesk Medium"/>
              <a:buNone/>
              <a:defRPr sz="1500">
                <a:highlight>
                  <a:schemeClr val="lt2"/>
                </a:highlight>
              </a:defRPr>
            </a:lvl4pPr>
            <a:lvl5pPr lvl="4">
              <a:lnSpc>
                <a:spcPct val="115000"/>
              </a:lnSpc>
              <a:spcBef>
                <a:spcPts val="0"/>
              </a:spcBef>
              <a:spcAft>
                <a:spcPts val="0"/>
              </a:spcAft>
              <a:buSzPts val="1500"/>
              <a:buFont typeface="Space Grotesk Medium"/>
              <a:buNone/>
              <a:defRPr sz="1500">
                <a:highlight>
                  <a:schemeClr val="lt2"/>
                </a:highlight>
              </a:defRPr>
            </a:lvl5pPr>
            <a:lvl6pPr lvl="5">
              <a:lnSpc>
                <a:spcPct val="115000"/>
              </a:lnSpc>
              <a:spcBef>
                <a:spcPts val="0"/>
              </a:spcBef>
              <a:spcAft>
                <a:spcPts val="0"/>
              </a:spcAft>
              <a:buSzPts val="1500"/>
              <a:buFont typeface="Space Grotesk Medium"/>
              <a:buNone/>
              <a:defRPr sz="1500">
                <a:highlight>
                  <a:schemeClr val="lt2"/>
                </a:highlight>
              </a:defRPr>
            </a:lvl6pPr>
            <a:lvl7pPr lvl="6">
              <a:lnSpc>
                <a:spcPct val="115000"/>
              </a:lnSpc>
              <a:spcBef>
                <a:spcPts val="0"/>
              </a:spcBef>
              <a:spcAft>
                <a:spcPts val="0"/>
              </a:spcAft>
              <a:buSzPts val="1500"/>
              <a:buFont typeface="Space Grotesk Medium"/>
              <a:buNone/>
              <a:defRPr sz="1500">
                <a:highlight>
                  <a:schemeClr val="lt2"/>
                </a:highlight>
              </a:defRPr>
            </a:lvl7pPr>
            <a:lvl8pPr lvl="7">
              <a:lnSpc>
                <a:spcPct val="115000"/>
              </a:lnSpc>
              <a:spcBef>
                <a:spcPts val="0"/>
              </a:spcBef>
              <a:spcAft>
                <a:spcPts val="0"/>
              </a:spcAft>
              <a:buSzPts val="1500"/>
              <a:buFont typeface="Space Grotesk Medium"/>
              <a:buNone/>
              <a:defRPr sz="1500">
                <a:highlight>
                  <a:schemeClr val="lt2"/>
                </a:highlight>
              </a:defRPr>
            </a:lvl8pPr>
            <a:lvl9pPr lvl="8">
              <a:lnSpc>
                <a:spcPct val="115000"/>
              </a:lnSpc>
              <a:spcBef>
                <a:spcPts val="0"/>
              </a:spcBef>
              <a:spcAft>
                <a:spcPts val="0"/>
              </a:spcAft>
              <a:buSzPts val="1500"/>
              <a:buFont typeface="Space Grotesk Medium"/>
              <a:buNone/>
              <a:defRPr sz="1500">
                <a:highlight>
                  <a:schemeClr val="lt2"/>
                </a:highlight>
              </a:defRPr>
            </a:lvl9pPr>
          </a:lstStyle>
          <a:p>
            <a:endParaRPr/>
          </a:p>
        </p:txBody>
      </p:sp>
      <p:sp>
        <p:nvSpPr>
          <p:cNvPr id="425" name="Google Shape;425;p47"/>
          <p:cNvSpPr txBox="1">
            <a:spLocks noGrp="1"/>
          </p:cNvSpPr>
          <p:nvPr>
            <p:ph type="title" idx="5"/>
          </p:nvPr>
        </p:nvSpPr>
        <p:spPr>
          <a:xfrm>
            <a:off x="5340025" y="733275"/>
            <a:ext cx="3287400" cy="912300"/>
          </a:xfrm>
          <a:prstGeom prst="rect">
            <a:avLst/>
          </a:prstGeom>
        </p:spPr>
        <p:txBody>
          <a:bodyPr spcFirstLastPara="1" wrap="square" lIns="0" tIns="0" rIns="0" bIns="0" anchor="t" anchorCtr="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a:endParaRPr/>
          </a:p>
        </p:txBody>
      </p:sp>
      <p:sp>
        <p:nvSpPr>
          <p:cNvPr id="426" name="Google Shape;426;p47"/>
          <p:cNvSpPr>
            <a:spLocks noGrp="1"/>
          </p:cNvSpPr>
          <p:nvPr>
            <p:ph type="pic" idx="6"/>
          </p:nvPr>
        </p:nvSpPr>
        <p:spPr>
          <a:xfrm>
            <a:off x="6183250" y="3344750"/>
            <a:ext cx="2217000" cy="1051200"/>
          </a:xfrm>
          <a:prstGeom prst="rect">
            <a:avLst/>
          </a:prstGeom>
          <a:noFill/>
          <a:ln>
            <a:noFill/>
          </a:ln>
        </p:spPr>
        <p:txBody>
          <a:bodyPr/>
          <a:lstStyle/>
          <a:p>
            <a:endParaRPr lang="de-DE"/>
          </a:p>
        </p:txBody>
      </p:sp>
      <p:sp>
        <p:nvSpPr>
          <p:cNvPr id="427" name="Google Shape;427;p47"/>
          <p:cNvSpPr txBox="1">
            <a:spLocks noGrp="1"/>
          </p:cNvSpPr>
          <p:nvPr>
            <p:ph type="title" idx="7"/>
          </p:nvPr>
        </p:nvSpPr>
        <p:spPr>
          <a:xfrm>
            <a:off x="4804625" y="2962500"/>
            <a:ext cx="1317600" cy="1692900"/>
          </a:xfrm>
          <a:prstGeom prst="rect">
            <a:avLst/>
          </a:prstGeom>
        </p:spPr>
        <p:txBody>
          <a:bodyPr spcFirstLastPara="1" wrap="square" lIns="0" tIns="0" rIns="0" bIns="0" anchor="t" anchorCtr="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spcBef>
                <a:spcPts val="0"/>
              </a:spcBef>
              <a:spcAft>
                <a:spcPts val="0"/>
              </a:spcAft>
              <a:buSzPts val="1000"/>
              <a:buFont typeface="Space Grotesk Medium"/>
              <a:buNone/>
              <a:defRPr sz="1000">
                <a:highlight>
                  <a:schemeClr val="lt2"/>
                </a:highlight>
              </a:defRPr>
            </a:lvl2pPr>
            <a:lvl3pPr lvl="2">
              <a:spcBef>
                <a:spcPts val="0"/>
              </a:spcBef>
              <a:spcAft>
                <a:spcPts val="0"/>
              </a:spcAft>
              <a:buSzPts val="1000"/>
              <a:buFont typeface="Space Grotesk Medium"/>
              <a:buNone/>
              <a:defRPr sz="1000">
                <a:highlight>
                  <a:schemeClr val="lt2"/>
                </a:highlight>
              </a:defRPr>
            </a:lvl3pPr>
            <a:lvl4pPr lvl="3">
              <a:spcBef>
                <a:spcPts val="0"/>
              </a:spcBef>
              <a:spcAft>
                <a:spcPts val="0"/>
              </a:spcAft>
              <a:buSzPts val="1000"/>
              <a:buFont typeface="Space Grotesk Medium"/>
              <a:buNone/>
              <a:defRPr sz="1000">
                <a:highlight>
                  <a:schemeClr val="lt2"/>
                </a:highlight>
              </a:defRPr>
            </a:lvl4pPr>
            <a:lvl5pPr lvl="4">
              <a:spcBef>
                <a:spcPts val="0"/>
              </a:spcBef>
              <a:spcAft>
                <a:spcPts val="0"/>
              </a:spcAft>
              <a:buSzPts val="1000"/>
              <a:buFont typeface="Space Grotesk Medium"/>
              <a:buNone/>
              <a:defRPr sz="1000">
                <a:highlight>
                  <a:schemeClr val="lt2"/>
                </a:highlight>
              </a:defRPr>
            </a:lvl5pPr>
            <a:lvl6pPr lvl="5">
              <a:spcBef>
                <a:spcPts val="0"/>
              </a:spcBef>
              <a:spcAft>
                <a:spcPts val="0"/>
              </a:spcAft>
              <a:buSzPts val="1000"/>
              <a:buFont typeface="Space Grotesk Medium"/>
              <a:buNone/>
              <a:defRPr sz="1000">
                <a:highlight>
                  <a:schemeClr val="lt2"/>
                </a:highlight>
              </a:defRPr>
            </a:lvl6pPr>
            <a:lvl7pPr lvl="6">
              <a:spcBef>
                <a:spcPts val="0"/>
              </a:spcBef>
              <a:spcAft>
                <a:spcPts val="0"/>
              </a:spcAft>
              <a:buSzPts val="1000"/>
              <a:buFont typeface="Space Grotesk Medium"/>
              <a:buNone/>
              <a:defRPr sz="1000">
                <a:highlight>
                  <a:schemeClr val="lt2"/>
                </a:highlight>
              </a:defRPr>
            </a:lvl7pPr>
            <a:lvl8pPr lvl="7">
              <a:spcBef>
                <a:spcPts val="0"/>
              </a:spcBef>
              <a:spcAft>
                <a:spcPts val="0"/>
              </a:spcAft>
              <a:buSzPts val="1000"/>
              <a:buFont typeface="Space Grotesk Medium"/>
              <a:buNone/>
              <a:defRPr sz="1000">
                <a:highlight>
                  <a:schemeClr val="lt2"/>
                </a:highlight>
              </a:defRPr>
            </a:lvl8pPr>
            <a:lvl9pPr lvl="8">
              <a:spcBef>
                <a:spcPts val="0"/>
              </a:spcBef>
              <a:spcAft>
                <a:spcPts val="0"/>
              </a:spcAft>
              <a:buSzPts val="1000"/>
              <a:buFont typeface="Space Grotesk Medium"/>
              <a:buNone/>
              <a:defRPr sz="1000">
                <a:highlight>
                  <a:schemeClr val="lt2"/>
                </a:highlight>
              </a:defRPr>
            </a:lvl9pPr>
          </a:lstStyle>
          <a:p>
            <a:endParaRPr/>
          </a:p>
        </p:txBody>
      </p:sp>
    </p:spTree>
  </p:cSld>
  <p:clrMapOvr>
    <a:masterClrMapping/>
  </p:clrMapOvr>
  <p:extLst>
    <p:ext uri="{DCECCB84-F9BA-43D5-87BE-67443E8EF086}">
      <p15:sldGuideLst xmlns:p15="http://schemas.microsoft.com/office/powerpoint/2012/main">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Introduction - Alt 1">
  <p:cSld name="CUSTOM_1">
    <p:bg>
      <p:bgPr>
        <a:solidFill>
          <a:schemeClr val="accent2"/>
        </a:solidFill>
        <a:effectLst/>
      </p:bgPr>
    </p:bg>
    <p:spTree>
      <p:nvGrpSpPr>
        <p:cNvPr id="1" name="Shape 428"/>
        <p:cNvGrpSpPr/>
        <p:nvPr/>
      </p:nvGrpSpPr>
      <p:grpSpPr>
        <a:xfrm>
          <a:off x="0" y="0"/>
          <a:ext cx="0" cy="0"/>
          <a:chOff x="0" y="0"/>
          <a:chExt cx="0" cy="0"/>
        </a:xfrm>
      </p:grpSpPr>
      <p:sp>
        <p:nvSpPr>
          <p:cNvPr id="429" name="Google Shape;429;p48"/>
          <p:cNvSpPr/>
          <p:nvPr/>
        </p:nvSpPr>
        <p:spPr>
          <a:xfrm>
            <a:off x="743700" y="2071975"/>
            <a:ext cx="357300" cy="510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30" name="Google Shape;430;p48"/>
          <p:cNvSpPr>
            <a:spLocks noGrp="1"/>
          </p:cNvSpPr>
          <p:nvPr>
            <p:ph type="pic" idx="2"/>
          </p:nvPr>
        </p:nvSpPr>
        <p:spPr>
          <a:xfrm>
            <a:off x="978875" y="2071975"/>
            <a:ext cx="3761700" cy="2680200"/>
          </a:xfrm>
          <a:prstGeom prst="rect">
            <a:avLst/>
          </a:prstGeom>
          <a:noFill/>
          <a:ln>
            <a:noFill/>
          </a:ln>
        </p:spPr>
        <p:txBody>
          <a:bodyPr/>
          <a:lstStyle/>
          <a:p>
            <a:endParaRPr lang="de-DE"/>
          </a:p>
        </p:txBody>
      </p:sp>
      <p:sp>
        <p:nvSpPr>
          <p:cNvPr id="431" name="Google Shape;431;p48"/>
          <p:cNvSpPr/>
          <p:nvPr/>
        </p:nvSpPr>
        <p:spPr>
          <a:xfrm>
            <a:off x="743700" y="743700"/>
            <a:ext cx="4529700" cy="1350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32" name="Google Shape;432;p48"/>
          <p:cNvSpPr/>
          <p:nvPr/>
        </p:nvSpPr>
        <p:spPr>
          <a:xfrm>
            <a:off x="1285575" y="2039600"/>
            <a:ext cx="385200" cy="829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33" name="Google Shape;433;p48"/>
          <p:cNvSpPr/>
          <p:nvPr/>
        </p:nvSpPr>
        <p:spPr>
          <a:xfrm>
            <a:off x="742950" y="3098550"/>
            <a:ext cx="1359900" cy="492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34" name="Google Shape;434;p48"/>
          <p:cNvSpPr/>
          <p:nvPr/>
        </p:nvSpPr>
        <p:spPr>
          <a:xfrm>
            <a:off x="4718150" y="3884200"/>
            <a:ext cx="765000" cy="867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35" name="Google Shape;435;p48"/>
          <p:cNvSpPr/>
          <p:nvPr/>
        </p:nvSpPr>
        <p:spPr>
          <a:xfrm>
            <a:off x="3800525" y="2039600"/>
            <a:ext cx="1004100" cy="706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36" name="Google Shape;436;p48"/>
          <p:cNvSpPr/>
          <p:nvPr/>
        </p:nvSpPr>
        <p:spPr>
          <a:xfrm>
            <a:off x="4718150" y="378500"/>
            <a:ext cx="3552000" cy="4021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37" name="Google Shape;437;p48"/>
          <p:cNvSpPr txBox="1">
            <a:spLocks noGrp="1"/>
          </p:cNvSpPr>
          <p:nvPr>
            <p:ph type="title"/>
          </p:nvPr>
        </p:nvSpPr>
        <p:spPr>
          <a:xfrm>
            <a:off x="4946700" y="623600"/>
            <a:ext cx="3093300" cy="1668900"/>
          </a:xfrm>
          <a:prstGeom prst="rect">
            <a:avLst/>
          </a:prstGeom>
        </p:spPr>
        <p:txBody>
          <a:bodyPr spcFirstLastPara="1" wrap="square" lIns="0" tIns="0" rIns="0" bIns="0" anchor="t" anchorCtr="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a:endParaRPr/>
          </a:p>
        </p:txBody>
      </p:sp>
      <p:sp>
        <p:nvSpPr>
          <p:cNvPr id="438" name="Google Shape;438;p48"/>
          <p:cNvSpPr>
            <a:spLocks noGrp="1"/>
          </p:cNvSpPr>
          <p:nvPr>
            <p:ph type="pic" idx="3"/>
          </p:nvPr>
        </p:nvSpPr>
        <p:spPr>
          <a:xfrm>
            <a:off x="742950" y="3591150"/>
            <a:ext cx="1359900" cy="970800"/>
          </a:xfrm>
          <a:prstGeom prst="rect">
            <a:avLst/>
          </a:prstGeom>
          <a:noFill/>
          <a:ln>
            <a:noFill/>
          </a:ln>
        </p:spPr>
        <p:txBody>
          <a:bodyPr/>
          <a:lstStyle/>
          <a:p>
            <a:endParaRPr lang="de-DE"/>
          </a:p>
        </p:txBody>
      </p:sp>
      <p:sp>
        <p:nvSpPr>
          <p:cNvPr id="439" name="Google Shape;439;p48"/>
          <p:cNvSpPr txBox="1">
            <a:spLocks noGrp="1"/>
          </p:cNvSpPr>
          <p:nvPr>
            <p:ph type="title" idx="4"/>
          </p:nvPr>
        </p:nvSpPr>
        <p:spPr>
          <a:xfrm>
            <a:off x="883025" y="797467"/>
            <a:ext cx="3921600" cy="912300"/>
          </a:xfrm>
          <a:prstGeom prst="rect">
            <a:avLst/>
          </a:prstGeom>
        </p:spPr>
        <p:txBody>
          <a:bodyPr spcFirstLastPara="1" wrap="square" lIns="0" tIns="0" rIns="0" bIns="0" anchor="t" anchorCtr="0">
            <a:normAutofit/>
          </a:bodyPr>
          <a:lstStyle>
            <a:lvl1pPr lvl="0">
              <a:lnSpc>
                <a:spcPct val="80000"/>
              </a:lnSpc>
              <a:spcBef>
                <a:spcPts val="0"/>
              </a:spcBef>
              <a:spcAft>
                <a:spcPts val="0"/>
              </a:spcAft>
              <a:buSzPts val="3500"/>
              <a:buFont typeface="Space Grotesk"/>
              <a:buNone/>
              <a:defRPr sz="3500">
                <a:highlight>
                  <a:schemeClr val="lt2"/>
                </a:highlight>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a:endParaRPr/>
          </a:p>
        </p:txBody>
      </p:sp>
      <p:sp>
        <p:nvSpPr>
          <p:cNvPr id="440" name="Google Shape;440;p48"/>
          <p:cNvSpPr/>
          <p:nvPr/>
        </p:nvSpPr>
        <p:spPr>
          <a:xfrm>
            <a:off x="956075" y="1848025"/>
            <a:ext cx="357300" cy="593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441" name="Google Shape;441;p48"/>
          <p:cNvSpPr txBox="1">
            <a:spLocks noGrp="1"/>
          </p:cNvSpPr>
          <p:nvPr>
            <p:ph type="title" idx="5"/>
          </p:nvPr>
        </p:nvSpPr>
        <p:spPr>
          <a:xfrm>
            <a:off x="883025" y="1805225"/>
            <a:ext cx="3093300" cy="266700"/>
          </a:xfrm>
          <a:prstGeom prst="rect">
            <a:avLst/>
          </a:prstGeom>
        </p:spPr>
        <p:txBody>
          <a:bodyPr spcFirstLastPara="1" wrap="square" lIns="0" tIns="0" rIns="0" bIns="0" anchor="t" anchorCtr="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a:endParaRPr/>
          </a:p>
        </p:txBody>
      </p:sp>
      <p:sp>
        <p:nvSpPr>
          <p:cNvPr id="442" name="Google Shape;442;p48"/>
          <p:cNvSpPr txBox="1">
            <a:spLocks noGrp="1"/>
          </p:cNvSpPr>
          <p:nvPr>
            <p:ph type="title" idx="6"/>
          </p:nvPr>
        </p:nvSpPr>
        <p:spPr>
          <a:xfrm>
            <a:off x="812500" y="3259700"/>
            <a:ext cx="1463700" cy="451800"/>
          </a:xfrm>
          <a:prstGeom prst="rect">
            <a:avLst/>
          </a:prstGeom>
        </p:spPr>
        <p:txBody>
          <a:bodyPr spcFirstLastPara="1" wrap="square" lIns="0" tIns="0" rIns="0" bIns="0" anchor="t" anchorCtr="0">
            <a:normAutofit/>
          </a:bodyPr>
          <a:lstStyle>
            <a:lvl1pPr lvl="0">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1pPr>
            <a:lvl2pPr lvl="1">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2pPr>
            <a:lvl3pPr lvl="2">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3pPr>
            <a:lvl4pPr lvl="3">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4pPr>
            <a:lvl5pPr lvl="4">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5pPr>
            <a:lvl6pPr lvl="5">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6pPr>
            <a:lvl7pPr lvl="6">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7pPr>
            <a:lvl8pPr lvl="7">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8pPr>
            <a:lvl9pPr lvl="8">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9pPr>
          </a:lstStyle>
          <a:p>
            <a:endParaRPr/>
          </a:p>
        </p:txBody>
      </p:sp>
    </p:spTree>
  </p:cSld>
  <p:clrMapOvr>
    <a:masterClrMapping/>
  </p:clrMapOvr>
  <p:extLst>
    <p:ext uri="{DCECCB84-F9BA-43D5-87BE-67443E8EF086}">
      <p15:sldGuideLst xmlns:p15="http://schemas.microsoft.com/office/powerpoint/2012/main">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hree big ideas + image">
  <p:cSld name="BLANK_1_1_1_1_1_1_1_1_1_1_1_1_1_1_2">
    <p:bg>
      <p:bgPr>
        <a:solidFill>
          <a:schemeClr val="dk1"/>
        </a:solidFill>
        <a:effectLst/>
      </p:bgPr>
    </p:bg>
    <p:spTree>
      <p:nvGrpSpPr>
        <p:cNvPr id="1" name="Shape 443"/>
        <p:cNvGrpSpPr/>
        <p:nvPr/>
      </p:nvGrpSpPr>
      <p:grpSpPr>
        <a:xfrm>
          <a:off x="0" y="0"/>
          <a:ext cx="0" cy="0"/>
          <a:chOff x="0" y="0"/>
          <a:chExt cx="0" cy="0"/>
        </a:xfrm>
      </p:grpSpPr>
      <p:sp>
        <p:nvSpPr>
          <p:cNvPr id="444" name="Google Shape;444;p49"/>
          <p:cNvSpPr txBox="1">
            <a:spLocks noGrp="1"/>
          </p:cNvSpPr>
          <p:nvPr>
            <p:ph type="body" idx="1"/>
          </p:nvPr>
        </p:nvSpPr>
        <p:spPr>
          <a:xfrm>
            <a:off x="3721600" y="3126450"/>
            <a:ext cx="1384800" cy="16281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a:buChar char="●"/>
              <a:defRPr sz="1000"/>
            </a:lvl1pPr>
            <a:lvl2pPr marL="914400" lvl="1" indent="-292100">
              <a:spcBef>
                <a:spcPts val="800"/>
              </a:spcBef>
              <a:spcAft>
                <a:spcPts val="0"/>
              </a:spcAft>
              <a:buSzPts val="1000"/>
              <a:buFont typeface="Space Grotesk"/>
              <a:buChar char="○"/>
              <a:defRPr sz="1000"/>
            </a:lvl2pPr>
            <a:lvl3pPr marL="1371600" lvl="2" indent="-292100">
              <a:spcBef>
                <a:spcPts val="800"/>
              </a:spcBef>
              <a:spcAft>
                <a:spcPts val="0"/>
              </a:spcAft>
              <a:buSzPts val="1000"/>
              <a:buFont typeface="Space Grotesk"/>
              <a:buChar char="■"/>
              <a:defRPr sz="1000"/>
            </a:lvl3pPr>
            <a:lvl4pPr marL="1828800" lvl="3" indent="-292100">
              <a:spcBef>
                <a:spcPts val="800"/>
              </a:spcBef>
              <a:spcAft>
                <a:spcPts val="0"/>
              </a:spcAft>
              <a:buSzPts val="1000"/>
              <a:buFont typeface="Space Grotesk"/>
              <a:buChar char="●"/>
              <a:defRPr sz="1000"/>
            </a:lvl4pPr>
            <a:lvl5pPr marL="2286000" lvl="4" indent="-292100">
              <a:spcBef>
                <a:spcPts val="800"/>
              </a:spcBef>
              <a:spcAft>
                <a:spcPts val="0"/>
              </a:spcAft>
              <a:buSzPts val="1000"/>
              <a:buFont typeface="Space Grotesk"/>
              <a:buChar char="○"/>
              <a:defRPr sz="1000"/>
            </a:lvl5pPr>
            <a:lvl6pPr marL="2743200" lvl="5" indent="-292100">
              <a:spcBef>
                <a:spcPts val="800"/>
              </a:spcBef>
              <a:spcAft>
                <a:spcPts val="0"/>
              </a:spcAft>
              <a:buSzPts val="1000"/>
              <a:buFont typeface="Space Grotesk"/>
              <a:buChar char="■"/>
              <a:defRPr sz="1000"/>
            </a:lvl6pPr>
            <a:lvl7pPr marL="3200400" lvl="6" indent="-292100">
              <a:spcBef>
                <a:spcPts val="800"/>
              </a:spcBef>
              <a:spcAft>
                <a:spcPts val="0"/>
              </a:spcAft>
              <a:buSzPts val="1000"/>
              <a:buFont typeface="Space Grotesk"/>
              <a:buChar char="●"/>
              <a:defRPr sz="1000"/>
            </a:lvl7pPr>
            <a:lvl8pPr marL="3657600" lvl="7" indent="-292100">
              <a:spcBef>
                <a:spcPts val="800"/>
              </a:spcBef>
              <a:spcAft>
                <a:spcPts val="0"/>
              </a:spcAft>
              <a:buSzPts val="1000"/>
              <a:buFont typeface="Space Grotesk"/>
              <a:buChar char="○"/>
              <a:defRPr sz="1000"/>
            </a:lvl8pPr>
            <a:lvl9pPr marL="4114800" lvl="8" indent="-292100">
              <a:spcBef>
                <a:spcPts val="800"/>
              </a:spcBef>
              <a:spcAft>
                <a:spcPts val="800"/>
              </a:spcAft>
              <a:buSzPts val="1000"/>
              <a:buFont typeface="Space Grotesk"/>
              <a:buChar char="■"/>
              <a:defRPr sz="1000"/>
            </a:lvl9pPr>
          </a:lstStyle>
          <a:p>
            <a:endParaRPr/>
          </a:p>
        </p:txBody>
      </p:sp>
      <p:sp>
        <p:nvSpPr>
          <p:cNvPr id="445" name="Google Shape;445;p49"/>
          <p:cNvSpPr>
            <a:spLocks noGrp="1"/>
          </p:cNvSpPr>
          <p:nvPr>
            <p:ph type="pic" idx="2"/>
          </p:nvPr>
        </p:nvSpPr>
        <p:spPr>
          <a:xfrm>
            <a:off x="0" y="0"/>
            <a:ext cx="2546700" cy="3583200"/>
          </a:xfrm>
          <a:prstGeom prst="rect">
            <a:avLst/>
          </a:prstGeom>
          <a:noFill/>
          <a:ln>
            <a:noFill/>
          </a:ln>
        </p:spPr>
        <p:txBody>
          <a:bodyPr/>
          <a:lstStyle/>
          <a:p>
            <a:endParaRPr lang="de-DE"/>
          </a:p>
        </p:txBody>
      </p:sp>
      <p:sp>
        <p:nvSpPr>
          <p:cNvPr id="446" name="Google Shape;446;p49"/>
          <p:cNvSpPr>
            <a:spLocks noGrp="1"/>
          </p:cNvSpPr>
          <p:nvPr>
            <p:ph type="pic" idx="3"/>
          </p:nvPr>
        </p:nvSpPr>
        <p:spPr>
          <a:xfrm>
            <a:off x="280475" y="474638"/>
            <a:ext cx="2940900" cy="4668900"/>
          </a:xfrm>
          <a:prstGeom prst="rect">
            <a:avLst/>
          </a:prstGeom>
          <a:noFill/>
          <a:ln>
            <a:noFill/>
          </a:ln>
        </p:spPr>
        <p:txBody>
          <a:bodyPr/>
          <a:lstStyle/>
          <a:p>
            <a:endParaRPr lang="de-DE"/>
          </a:p>
        </p:txBody>
      </p:sp>
      <p:sp>
        <p:nvSpPr>
          <p:cNvPr id="447" name="Google Shape;447;p49"/>
          <p:cNvSpPr/>
          <p:nvPr/>
        </p:nvSpPr>
        <p:spPr>
          <a:xfrm>
            <a:off x="3596536" y="253823"/>
            <a:ext cx="1082100" cy="3429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48" name="Google Shape;448;p49"/>
          <p:cNvSpPr txBox="1">
            <a:spLocks noGrp="1"/>
          </p:cNvSpPr>
          <p:nvPr>
            <p:ph type="body" idx="4"/>
          </p:nvPr>
        </p:nvSpPr>
        <p:spPr>
          <a:xfrm>
            <a:off x="5511500" y="3126450"/>
            <a:ext cx="1384800" cy="16281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a:buChar char="●"/>
              <a:defRPr sz="1000"/>
            </a:lvl1pPr>
            <a:lvl2pPr marL="914400" lvl="1" indent="-292100">
              <a:spcBef>
                <a:spcPts val="800"/>
              </a:spcBef>
              <a:spcAft>
                <a:spcPts val="0"/>
              </a:spcAft>
              <a:buSzPts val="1000"/>
              <a:buFont typeface="Space Grotesk"/>
              <a:buChar char="○"/>
              <a:defRPr sz="1000"/>
            </a:lvl2pPr>
            <a:lvl3pPr marL="1371600" lvl="2" indent="-292100">
              <a:spcBef>
                <a:spcPts val="800"/>
              </a:spcBef>
              <a:spcAft>
                <a:spcPts val="0"/>
              </a:spcAft>
              <a:buSzPts val="1000"/>
              <a:buFont typeface="Space Grotesk"/>
              <a:buChar char="■"/>
              <a:defRPr sz="1000"/>
            </a:lvl3pPr>
            <a:lvl4pPr marL="1828800" lvl="3" indent="-292100">
              <a:spcBef>
                <a:spcPts val="800"/>
              </a:spcBef>
              <a:spcAft>
                <a:spcPts val="0"/>
              </a:spcAft>
              <a:buSzPts val="1000"/>
              <a:buFont typeface="Space Grotesk"/>
              <a:buChar char="●"/>
              <a:defRPr sz="1000"/>
            </a:lvl4pPr>
            <a:lvl5pPr marL="2286000" lvl="4" indent="-292100">
              <a:spcBef>
                <a:spcPts val="800"/>
              </a:spcBef>
              <a:spcAft>
                <a:spcPts val="0"/>
              </a:spcAft>
              <a:buSzPts val="1000"/>
              <a:buFont typeface="Space Grotesk"/>
              <a:buChar char="○"/>
              <a:defRPr sz="1000"/>
            </a:lvl5pPr>
            <a:lvl6pPr marL="2743200" lvl="5" indent="-292100">
              <a:spcBef>
                <a:spcPts val="800"/>
              </a:spcBef>
              <a:spcAft>
                <a:spcPts val="0"/>
              </a:spcAft>
              <a:buSzPts val="1000"/>
              <a:buFont typeface="Space Grotesk"/>
              <a:buChar char="■"/>
              <a:defRPr sz="1000"/>
            </a:lvl6pPr>
            <a:lvl7pPr marL="3200400" lvl="6" indent="-292100">
              <a:spcBef>
                <a:spcPts val="800"/>
              </a:spcBef>
              <a:spcAft>
                <a:spcPts val="0"/>
              </a:spcAft>
              <a:buSzPts val="1000"/>
              <a:buFont typeface="Space Grotesk"/>
              <a:buChar char="●"/>
              <a:defRPr sz="1000"/>
            </a:lvl7pPr>
            <a:lvl8pPr marL="3657600" lvl="7" indent="-292100">
              <a:spcBef>
                <a:spcPts val="800"/>
              </a:spcBef>
              <a:spcAft>
                <a:spcPts val="0"/>
              </a:spcAft>
              <a:buSzPts val="1000"/>
              <a:buFont typeface="Space Grotesk"/>
              <a:buChar char="○"/>
              <a:defRPr sz="1000"/>
            </a:lvl8pPr>
            <a:lvl9pPr marL="4114800" lvl="8" indent="-292100">
              <a:spcBef>
                <a:spcPts val="800"/>
              </a:spcBef>
              <a:spcAft>
                <a:spcPts val="800"/>
              </a:spcAft>
              <a:buSzPts val="1000"/>
              <a:buFont typeface="Space Grotesk"/>
              <a:buChar char="■"/>
              <a:defRPr sz="1000"/>
            </a:lvl9pPr>
          </a:lstStyle>
          <a:p>
            <a:endParaRPr/>
          </a:p>
        </p:txBody>
      </p:sp>
      <p:sp>
        <p:nvSpPr>
          <p:cNvPr id="449" name="Google Shape;449;p49"/>
          <p:cNvSpPr txBox="1">
            <a:spLocks noGrp="1"/>
          </p:cNvSpPr>
          <p:nvPr>
            <p:ph type="body" idx="5"/>
          </p:nvPr>
        </p:nvSpPr>
        <p:spPr>
          <a:xfrm>
            <a:off x="7293076" y="3126450"/>
            <a:ext cx="1461000" cy="16281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a:buChar char="●"/>
              <a:defRPr sz="1000"/>
            </a:lvl1pPr>
            <a:lvl2pPr marL="914400" lvl="1" indent="-292100">
              <a:spcBef>
                <a:spcPts val="800"/>
              </a:spcBef>
              <a:spcAft>
                <a:spcPts val="0"/>
              </a:spcAft>
              <a:buSzPts val="1000"/>
              <a:buFont typeface="Space Grotesk"/>
              <a:buChar char="○"/>
              <a:defRPr sz="1000"/>
            </a:lvl2pPr>
            <a:lvl3pPr marL="1371600" lvl="2" indent="-292100">
              <a:spcBef>
                <a:spcPts val="800"/>
              </a:spcBef>
              <a:spcAft>
                <a:spcPts val="0"/>
              </a:spcAft>
              <a:buSzPts val="1000"/>
              <a:buFont typeface="Space Grotesk"/>
              <a:buChar char="■"/>
              <a:defRPr sz="1000"/>
            </a:lvl3pPr>
            <a:lvl4pPr marL="1828800" lvl="3" indent="-292100">
              <a:spcBef>
                <a:spcPts val="800"/>
              </a:spcBef>
              <a:spcAft>
                <a:spcPts val="0"/>
              </a:spcAft>
              <a:buSzPts val="1000"/>
              <a:buFont typeface="Space Grotesk"/>
              <a:buChar char="●"/>
              <a:defRPr sz="1000"/>
            </a:lvl4pPr>
            <a:lvl5pPr marL="2286000" lvl="4" indent="-292100">
              <a:spcBef>
                <a:spcPts val="800"/>
              </a:spcBef>
              <a:spcAft>
                <a:spcPts val="0"/>
              </a:spcAft>
              <a:buSzPts val="1000"/>
              <a:buFont typeface="Space Grotesk"/>
              <a:buChar char="○"/>
              <a:defRPr sz="1000"/>
            </a:lvl5pPr>
            <a:lvl6pPr marL="2743200" lvl="5" indent="-292100">
              <a:spcBef>
                <a:spcPts val="800"/>
              </a:spcBef>
              <a:spcAft>
                <a:spcPts val="0"/>
              </a:spcAft>
              <a:buSzPts val="1000"/>
              <a:buFont typeface="Space Grotesk"/>
              <a:buChar char="■"/>
              <a:defRPr sz="1000"/>
            </a:lvl6pPr>
            <a:lvl7pPr marL="3200400" lvl="6" indent="-292100">
              <a:spcBef>
                <a:spcPts val="800"/>
              </a:spcBef>
              <a:spcAft>
                <a:spcPts val="0"/>
              </a:spcAft>
              <a:buSzPts val="1000"/>
              <a:buFont typeface="Space Grotesk"/>
              <a:buChar char="●"/>
              <a:defRPr sz="1000"/>
            </a:lvl7pPr>
            <a:lvl8pPr marL="3657600" lvl="7" indent="-292100">
              <a:spcBef>
                <a:spcPts val="800"/>
              </a:spcBef>
              <a:spcAft>
                <a:spcPts val="0"/>
              </a:spcAft>
              <a:buSzPts val="1000"/>
              <a:buFont typeface="Space Grotesk"/>
              <a:buChar char="○"/>
              <a:defRPr sz="1000"/>
            </a:lvl8pPr>
            <a:lvl9pPr marL="4114800" lvl="8" indent="-292100">
              <a:spcBef>
                <a:spcPts val="800"/>
              </a:spcBef>
              <a:spcAft>
                <a:spcPts val="800"/>
              </a:spcAft>
              <a:buSzPts val="1000"/>
              <a:buFont typeface="Space Grotesk"/>
              <a:buChar char="■"/>
              <a:defRPr sz="1000"/>
            </a:lvl9pPr>
          </a:lstStyle>
          <a:p>
            <a:endParaRPr/>
          </a:p>
        </p:txBody>
      </p:sp>
      <p:sp>
        <p:nvSpPr>
          <p:cNvPr id="450" name="Google Shape;450;p49"/>
          <p:cNvSpPr txBox="1">
            <a:spLocks noGrp="1"/>
          </p:cNvSpPr>
          <p:nvPr>
            <p:ph type="title"/>
          </p:nvPr>
        </p:nvSpPr>
        <p:spPr>
          <a:xfrm>
            <a:off x="3598725" y="1485838"/>
            <a:ext cx="4801500" cy="751500"/>
          </a:xfrm>
          <a:prstGeom prst="rect">
            <a:avLst/>
          </a:prstGeom>
        </p:spPr>
        <p:txBody>
          <a:bodyPr spcFirstLastPara="1" wrap="square" lIns="0" tIns="0" rIns="0" bIns="0" anchor="t" anchorCtr="0">
            <a:noAutofit/>
          </a:bodyPr>
          <a:lstStyle>
            <a:lvl1pPr lvl="0">
              <a:spcBef>
                <a:spcPts val="0"/>
              </a:spcBef>
              <a:spcAft>
                <a:spcPts val="0"/>
              </a:spcAft>
              <a:buSzPts val="2800"/>
              <a:buNone/>
              <a:defRPr sz="1000">
                <a:solidFill>
                  <a:schemeClr val="lt2"/>
                </a:solidFill>
                <a:latin typeface="Space Grotesk"/>
                <a:ea typeface="Space Grotesk"/>
                <a:cs typeface="Space Grotesk"/>
                <a:sym typeface="Space Grotesk"/>
              </a:defRPr>
            </a:lvl1pPr>
            <a:lvl2pPr lvl="1">
              <a:spcBef>
                <a:spcPts val="0"/>
              </a:spcBef>
              <a:spcAft>
                <a:spcPts val="0"/>
              </a:spcAft>
              <a:buSzPts val="2800"/>
              <a:buNone/>
              <a:defRPr sz="1000">
                <a:solidFill>
                  <a:schemeClr val="lt2"/>
                </a:solidFill>
                <a:latin typeface="Space Grotesk"/>
                <a:ea typeface="Space Grotesk"/>
                <a:cs typeface="Space Grotesk"/>
                <a:sym typeface="Space Grotesk"/>
              </a:defRPr>
            </a:lvl2pPr>
            <a:lvl3pPr lvl="2">
              <a:spcBef>
                <a:spcPts val="0"/>
              </a:spcBef>
              <a:spcAft>
                <a:spcPts val="0"/>
              </a:spcAft>
              <a:buSzPts val="2800"/>
              <a:buNone/>
              <a:defRPr sz="1000">
                <a:solidFill>
                  <a:schemeClr val="lt2"/>
                </a:solidFill>
                <a:latin typeface="Space Grotesk"/>
                <a:ea typeface="Space Grotesk"/>
                <a:cs typeface="Space Grotesk"/>
                <a:sym typeface="Space Grotesk"/>
              </a:defRPr>
            </a:lvl3pPr>
            <a:lvl4pPr lvl="3">
              <a:spcBef>
                <a:spcPts val="0"/>
              </a:spcBef>
              <a:spcAft>
                <a:spcPts val="0"/>
              </a:spcAft>
              <a:buSzPts val="2800"/>
              <a:buNone/>
              <a:defRPr sz="1000">
                <a:solidFill>
                  <a:schemeClr val="lt2"/>
                </a:solidFill>
                <a:latin typeface="Space Grotesk"/>
                <a:ea typeface="Space Grotesk"/>
                <a:cs typeface="Space Grotesk"/>
                <a:sym typeface="Space Grotesk"/>
              </a:defRPr>
            </a:lvl4pPr>
            <a:lvl5pPr lvl="4">
              <a:spcBef>
                <a:spcPts val="0"/>
              </a:spcBef>
              <a:spcAft>
                <a:spcPts val="0"/>
              </a:spcAft>
              <a:buSzPts val="2800"/>
              <a:buNone/>
              <a:defRPr sz="1000">
                <a:solidFill>
                  <a:schemeClr val="lt2"/>
                </a:solidFill>
                <a:latin typeface="Space Grotesk"/>
                <a:ea typeface="Space Grotesk"/>
                <a:cs typeface="Space Grotesk"/>
                <a:sym typeface="Space Grotesk"/>
              </a:defRPr>
            </a:lvl5pPr>
            <a:lvl6pPr lvl="5">
              <a:spcBef>
                <a:spcPts val="0"/>
              </a:spcBef>
              <a:spcAft>
                <a:spcPts val="0"/>
              </a:spcAft>
              <a:buSzPts val="2800"/>
              <a:buNone/>
              <a:defRPr sz="1000">
                <a:solidFill>
                  <a:schemeClr val="lt2"/>
                </a:solidFill>
                <a:latin typeface="Space Grotesk"/>
                <a:ea typeface="Space Grotesk"/>
                <a:cs typeface="Space Grotesk"/>
                <a:sym typeface="Space Grotesk"/>
              </a:defRPr>
            </a:lvl6pPr>
            <a:lvl7pPr lvl="6">
              <a:spcBef>
                <a:spcPts val="0"/>
              </a:spcBef>
              <a:spcAft>
                <a:spcPts val="0"/>
              </a:spcAft>
              <a:buSzPts val="2800"/>
              <a:buNone/>
              <a:defRPr sz="1000">
                <a:solidFill>
                  <a:schemeClr val="lt2"/>
                </a:solidFill>
                <a:latin typeface="Space Grotesk"/>
                <a:ea typeface="Space Grotesk"/>
                <a:cs typeface="Space Grotesk"/>
                <a:sym typeface="Space Grotesk"/>
              </a:defRPr>
            </a:lvl7pPr>
            <a:lvl8pPr lvl="7">
              <a:spcBef>
                <a:spcPts val="0"/>
              </a:spcBef>
              <a:spcAft>
                <a:spcPts val="0"/>
              </a:spcAft>
              <a:buSzPts val="2800"/>
              <a:buNone/>
              <a:defRPr sz="1000">
                <a:solidFill>
                  <a:schemeClr val="lt2"/>
                </a:solidFill>
                <a:latin typeface="Space Grotesk"/>
                <a:ea typeface="Space Grotesk"/>
                <a:cs typeface="Space Grotesk"/>
                <a:sym typeface="Space Grotesk"/>
              </a:defRPr>
            </a:lvl8pPr>
            <a:lvl9pPr lvl="8">
              <a:spcBef>
                <a:spcPts val="0"/>
              </a:spcBef>
              <a:spcAft>
                <a:spcPts val="0"/>
              </a:spcAft>
              <a:buSzPts val="2800"/>
              <a:buNone/>
              <a:defRPr sz="1000">
                <a:solidFill>
                  <a:schemeClr val="lt2"/>
                </a:solidFill>
                <a:latin typeface="Space Grotesk"/>
                <a:ea typeface="Space Grotesk"/>
                <a:cs typeface="Space Grotesk"/>
                <a:sym typeface="Space Grotesk"/>
              </a:defRPr>
            </a:lvl9pPr>
          </a:lstStyle>
          <a:p>
            <a:endParaRPr/>
          </a:p>
        </p:txBody>
      </p:sp>
      <p:sp>
        <p:nvSpPr>
          <p:cNvPr id="451" name="Google Shape;451;p49"/>
          <p:cNvSpPr txBox="1">
            <a:spLocks noGrp="1"/>
          </p:cNvSpPr>
          <p:nvPr>
            <p:ph type="subTitle" idx="6"/>
          </p:nvPr>
        </p:nvSpPr>
        <p:spPr>
          <a:xfrm>
            <a:off x="3721600" y="2709275"/>
            <a:ext cx="1574700" cy="2427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a:endParaRPr/>
          </a:p>
        </p:txBody>
      </p:sp>
      <p:sp>
        <p:nvSpPr>
          <p:cNvPr id="452" name="Google Shape;452;p49"/>
          <p:cNvSpPr txBox="1">
            <a:spLocks noGrp="1"/>
          </p:cNvSpPr>
          <p:nvPr>
            <p:ph type="subTitle" idx="7"/>
          </p:nvPr>
        </p:nvSpPr>
        <p:spPr>
          <a:xfrm>
            <a:off x="5511500" y="2709275"/>
            <a:ext cx="1574700" cy="2427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a:endParaRPr/>
          </a:p>
        </p:txBody>
      </p:sp>
      <p:sp>
        <p:nvSpPr>
          <p:cNvPr id="453" name="Google Shape;453;p49"/>
          <p:cNvSpPr txBox="1">
            <a:spLocks noGrp="1"/>
          </p:cNvSpPr>
          <p:nvPr>
            <p:ph type="subTitle" idx="8"/>
          </p:nvPr>
        </p:nvSpPr>
        <p:spPr>
          <a:xfrm>
            <a:off x="7293076" y="2713624"/>
            <a:ext cx="1598400" cy="2427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a:endParaRPr/>
          </a:p>
        </p:txBody>
      </p:sp>
      <p:sp>
        <p:nvSpPr>
          <p:cNvPr id="454" name="Google Shape;454;p49"/>
          <p:cNvSpPr txBox="1">
            <a:spLocks noGrp="1"/>
          </p:cNvSpPr>
          <p:nvPr>
            <p:ph type="title" idx="9"/>
          </p:nvPr>
        </p:nvSpPr>
        <p:spPr>
          <a:xfrm>
            <a:off x="3596525" y="522925"/>
            <a:ext cx="5295000" cy="8367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a:endParaRPr/>
          </a:p>
        </p:txBody>
      </p:sp>
      <p:grpSp>
        <p:nvGrpSpPr>
          <p:cNvPr id="455" name="Google Shape;455;p49"/>
          <p:cNvGrpSpPr/>
          <p:nvPr/>
        </p:nvGrpSpPr>
        <p:grpSpPr>
          <a:xfrm>
            <a:off x="4430888" y="323039"/>
            <a:ext cx="149937" cy="118964"/>
            <a:chOff x="2601950" y="1974675"/>
            <a:chExt cx="2474200" cy="1963100"/>
          </a:xfrm>
        </p:grpSpPr>
        <p:sp>
          <p:nvSpPr>
            <p:cNvPr id="456" name="Google Shape;456;p49"/>
            <p:cNvSpPr/>
            <p:nvPr/>
          </p:nvSpPr>
          <p:spPr>
            <a:xfrm>
              <a:off x="2601950"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57" name="Google Shape;457;p49"/>
            <p:cNvSpPr/>
            <p:nvPr/>
          </p:nvSpPr>
          <p:spPr>
            <a:xfrm>
              <a:off x="4454675"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58" name="Google Shape;458;p49"/>
            <p:cNvSpPr/>
            <p:nvPr/>
          </p:nvSpPr>
          <p:spPr>
            <a:xfrm>
              <a:off x="2601950"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59" name="Google Shape;459;p49"/>
            <p:cNvSpPr/>
            <p:nvPr/>
          </p:nvSpPr>
          <p:spPr>
            <a:xfrm>
              <a:off x="2811025" y="3107225"/>
              <a:ext cx="615675" cy="615675"/>
            </a:xfrm>
            <a:custGeom>
              <a:avLst/>
              <a:gdLst/>
              <a:ahLst/>
              <a:cxnLst/>
              <a:rect l="l" t="t" r="r" b="b"/>
              <a:pathLst>
                <a:path w="24627" h="24627" extrusionOk="0">
                  <a:moveTo>
                    <a:pt x="1" y="1"/>
                  </a:moveTo>
                  <a:lnTo>
                    <a:pt x="1" y="24626"/>
                  </a:lnTo>
                  <a:lnTo>
                    <a:pt x="24626" y="24626"/>
                  </a:lnTo>
                  <a:lnTo>
                    <a:pt x="246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60" name="Google Shape;460;p49"/>
            <p:cNvSpPr/>
            <p:nvPr/>
          </p:nvSpPr>
          <p:spPr>
            <a:xfrm>
              <a:off x="3008500" y="3316325"/>
              <a:ext cx="1759825" cy="621450"/>
            </a:xfrm>
            <a:custGeom>
              <a:avLst/>
              <a:gdLst/>
              <a:ahLst/>
              <a:cxnLst/>
              <a:rect l="l" t="t" r="r" b="b"/>
              <a:pathLst>
                <a:path w="70393" h="24858" extrusionOk="0">
                  <a:moveTo>
                    <a:pt x="0" y="0"/>
                  </a:moveTo>
                  <a:lnTo>
                    <a:pt x="0" y="24858"/>
                  </a:lnTo>
                  <a:lnTo>
                    <a:pt x="70392" y="24858"/>
                  </a:lnTo>
                  <a:lnTo>
                    <a:pt x="703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61" name="Google Shape;461;p49"/>
            <p:cNvSpPr/>
            <p:nvPr/>
          </p:nvSpPr>
          <p:spPr>
            <a:xfrm>
              <a:off x="4251400" y="3107225"/>
              <a:ext cx="615650" cy="615675"/>
            </a:xfrm>
            <a:custGeom>
              <a:avLst/>
              <a:gdLst/>
              <a:ahLst/>
              <a:cxnLst/>
              <a:rect l="l" t="t" r="r" b="b"/>
              <a:pathLst>
                <a:path w="24626" h="24627" extrusionOk="0">
                  <a:moveTo>
                    <a:pt x="0" y="1"/>
                  </a:moveTo>
                  <a:lnTo>
                    <a:pt x="0" y="24626"/>
                  </a:lnTo>
                  <a:lnTo>
                    <a:pt x="24626" y="24626"/>
                  </a:lnTo>
                  <a:lnTo>
                    <a:pt x="246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62" name="Google Shape;462;p49"/>
            <p:cNvSpPr/>
            <p:nvPr/>
          </p:nvSpPr>
          <p:spPr>
            <a:xfrm>
              <a:off x="4454675"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grpSp>
        <p:nvGrpSpPr>
          <p:cNvPr id="463" name="Google Shape;463;p49"/>
          <p:cNvGrpSpPr/>
          <p:nvPr/>
        </p:nvGrpSpPr>
        <p:grpSpPr>
          <a:xfrm>
            <a:off x="3680513" y="323039"/>
            <a:ext cx="149937" cy="118964"/>
            <a:chOff x="2601950" y="1974675"/>
            <a:chExt cx="2474200" cy="1963100"/>
          </a:xfrm>
        </p:grpSpPr>
        <p:sp>
          <p:nvSpPr>
            <p:cNvPr id="464" name="Google Shape;464;p49"/>
            <p:cNvSpPr/>
            <p:nvPr/>
          </p:nvSpPr>
          <p:spPr>
            <a:xfrm>
              <a:off x="2601950"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65" name="Google Shape;465;p49"/>
            <p:cNvSpPr/>
            <p:nvPr/>
          </p:nvSpPr>
          <p:spPr>
            <a:xfrm>
              <a:off x="4454675"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66" name="Google Shape;466;p49"/>
            <p:cNvSpPr/>
            <p:nvPr/>
          </p:nvSpPr>
          <p:spPr>
            <a:xfrm>
              <a:off x="2601950"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67" name="Google Shape;467;p49"/>
            <p:cNvSpPr/>
            <p:nvPr/>
          </p:nvSpPr>
          <p:spPr>
            <a:xfrm>
              <a:off x="2811025" y="3107225"/>
              <a:ext cx="615675" cy="615675"/>
            </a:xfrm>
            <a:custGeom>
              <a:avLst/>
              <a:gdLst/>
              <a:ahLst/>
              <a:cxnLst/>
              <a:rect l="l" t="t" r="r" b="b"/>
              <a:pathLst>
                <a:path w="24627" h="24627" extrusionOk="0">
                  <a:moveTo>
                    <a:pt x="1" y="1"/>
                  </a:moveTo>
                  <a:lnTo>
                    <a:pt x="1" y="24626"/>
                  </a:lnTo>
                  <a:lnTo>
                    <a:pt x="24626" y="24626"/>
                  </a:lnTo>
                  <a:lnTo>
                    <a:pt x="246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68" name="Google Shape;468;p49"/>
            <p:cNvSpPr/>
            <p:nvPr/>
          </p:nvSpPr>
          <p:spPr>
            <a:xfrm>
              <a:off x="3008500" y="3316325"/>
              <a:ext cx="1759825" cy="621450"/>
            </a:xfrm>
            <a:custGeom>
              <a:avLst/>
              <a:gdLst/>
              <a:ahLst/>
              <a:cxnLst/>
              <a:rect l="l" t="t" r="r" b="b"/>
              <a:pathLst>
                <a:path w="70393" h="24858" extrusionOk="0">
                  <a:moveTo>
                    <a:pt x="0" y="0"/>
                  </a:moveTo>
                  <a:lnTo>
                    <a:pt x="0" y="24858"/>
                  </a:lnTo>
                  <a:lnTo>
                    <a:pt x="70392" y="24858"/>
                  </a:lnTo>
                  <a:lnTo>
                    <a:pt x="703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69" name="Google Shape;469;p49"/>
            <p:cNvSpPr/>
            <p:nvPr/>
          </p:nvSpPr>
          <p:spPr>
            <a:xfrm>
              <a:off x="4251400" y="3107225"/>
              <a:ext cx="615650" cy="615675"/>
            </a:xfrm>
            <a:custGeom>
              <a:avLst/>
              <a:gdLst/>
              <a:ahLst/>
              <a:cxnLst/>
              <a:rect l="l" t="t" r="r" b="b"/>
              <a:pathLst>
                <a:path w="24626" h="24627" extrusionOk="0">
                  <a:moveTo>
                    <a:pt x="0" y="1"/>
                  </a:moveTo>
                  <a:lnTo>
                    <a:pt x="0" y="24626"/>
                  </a:lnTo>
                  <a:lnTo>
                    <a:pt x="24626" y="24626"/>
                  </a:lnTo>
                  <a:lnTo>
                    <a:pt x="246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70" name="Google Shape;470;p49"/>
            <p:cNvSpPr/>
            <p:nvPr/>
          </p:nvSpPr>
          <p:spPr>
            <a:xfrm>
              <a:off x="4454675"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grpSp>
        <p:nvGrpSpPr>
          <p:cNvPr id="471" name="Google Shape;471;p49"/>
          <p:cNvGrpSpPr/>
          <p:nvPr/>
        </p:nvGrpSpPr>
        <p:grpSpPr>
          <a:xfrm>
            <a:off x="4062602" y="323039"/>
            <a:ext cx="149940" cy="118971"/>
            <a:chOff x="4062602" y="323039"/>
            <a:chExt cx="149940" cy="118971"/>
          </a:xfrm>
        </p:grpSpPr>
        <p:sp>
          <p:nvSpPr>
            <p:cNvPr id="472" name="Google Shape;472;p49"/>
            <p:cNvSpPr/>
            <p:nvPr/>
          </p:nvSpPr>
          <p:spPr>
            <a:xfrm>
              <a:off x="4062602" y="323039"/>
              <a:ext cx="37661" cy="37661"/>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73" name="Google Shape;473;p49"/>
            <p:cNvSpPr/>
            <p:nvPr/>
          </p:nvSpPr>
          <p:spPr>
            <a:xfrm>
              <a:off x="4174877" y="323039"/>
              <a:ext cx="37661" cy="37661"/>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74" name="Google Shape;474;p49"/>
            <p:cNvSpPr/>
            <p:nvPr/>
          </p:nvSpPr>
          <p:spPr>
            <a:xfrm>
              <a:off x="4062605" y="404350"/>
              <a:ext cx="149937" cy="37660"/>
            </a:xfrm>
            <a:custGeom>
              <a:avLst/>
              <a:gdLst/>
              <a:ahLst/>
              <a:cxnLst/>
              <a:rect l="l" t="t" r="r" b="b"/>
              <a:pathLst>
                <a:path w="70393" h="24858" extrusionOk="0">
                  <a:moveTo>
                    <a:pt x="0" y="0"/>
                  </a:moveTo>
                  <a:lnTo>
                    <a:pt x="0" y="24858"/>
                  </a:lnTo>
                  <a:lnTo>
                    <a:pt x="70392" y="24858"/>
                  </a:lnTo>
                  <a:lnTo>
                    <a:pt x="703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xmlns:p15="http://schemas.microsoft.com/office/powerpoint/2012/main">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ree big ideas - Alt 2">
  <p:cSld name="BLANK_1_1_1_1_1_1_1_1_1_1_1_1_1_1_2_2">
    <p:bg>
      <p:bgPr>
        <a:solidFill>
          <a:schemeClr val="accent4"/>
        </a:solidFill>
        <a:effectLst/>
      </p:bgPr>
    </p:bg>
    <p:spTree>
      <p:nvGrpSpPr>
        <p:cNvPr id="1" name="Shape 475"/>
        <p:cNvGrpSpPr/>
        <p:nvPr/>
      </p:nvGrpSpPr>
      <p:grpSpPr>
        <a:xfrm>
          <a:off x="0" y="0"/>
          <a:ext cx="0" cy="0"/>
          <a:chOff x="0" y="0"/>
          <a:chExt cx="0" cy="0"/>
        </a:xfrm>
      </p:grpSpPr>
      <p:sp>
        <p:nvSpPr>
          <p:cNvPr id="476" name="Google Shape;476;p50"/>
          <p:cNvSpPr txBox="1">
            <a:spLocks noGrp="1"/>
          </p:cNvSpPr>
          <p:nvPr>
            <p:ph type="title"/>
          </p:nvPr>
        </p:nvSpPr>
        <p:spPr>
          <a:xfrm>
            <a:off x="245425" y="1563575"/>
            <a:ext cx="3155400" cy="948300"/>
          </a:xfrm>
          <a:prstGeom prst="rect">
            <a:avLst/>
          </a:prstGeom>
        </p:spPr>
        <p:txBody>
          <a:bodyPr spcFirstLastPara="1" wrap="square" lIns="0" tIns="0" rIns="0" bIns="0" anchor="t" anchorCtr="0">
            <a:no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a:endParaRPr/>
          </a:p>
        </p:txBody>
      </p:sp>
      <p:sp>
        <p:nvSpPr>
          <p:cNvPr id="477" name="Google Shape;477;p50"/>
          <p:cNvSpPr txBox="1">
            <a:spLocks noGrp="1"/>
          </p:cNvSpPr>
          <p:nvPr>
            <p:ph type="subTitle" idx="1"/>
          </p:nvPr>
        </p:nvSpPr>
        <p:spPr>
          <a:xfrm>
            <a:off x="364813" y="2715814"/>
            <a:ext cx="1527900" cy="2427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a:endParaRPr/>
          </a:p>
        </p:txBody>
      </p:sp>
      <p:sp>
        <p:nvSpPr>
          <p:cNvPr id="478" name="Google Shape;478;p50"/>
          <p:cNvSpPr txBox="1">
            <a:spLocks noGrp="1"/>
          </p:cNvSpPr>
          <p:nvPr>
            <p:ph type="subTitle" idx="2"/>
          </p:nvPr>
        </p:nvSpPr>
        <p:spPr>
          <a:xfrm>
            <a:off x="3320475" y="2715814"/>
            <a:ext cx="1527900" cy="2427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a:endParaRPr/>
          </a:p>
        </p:txBody>
      </p:sp>
      <p:sp>
        <p:nvSpPr>
          <p:cNvPr id="479" name="Google Shape;479;p50"/>
          <p:cNvSpPr txBox="1">
            <a:spLocks noGrp="1"/>
          </p:cNvSpPr>
          <p:nvPr>
            <p:ph type="subTitle" idx="3"/>
          </p:nvPr>
        </p:nvSpPr>
        <p:spPr>
          <a:xfrm>
            <a:off x="6273125" y="2715820"/>
            <a:ext cx="1548300" cy="2427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a:endParaRPr/>
          </a:p>
        </p:txBody>
      </p:sp>
      <p:sp>
        <p:nvSpPr>
          <p:cNvPr id="480" name="Google Shape;480;p50"/>
          <p:cNvSpPr/>
          <p:nvPr/>
        </p:nvSpPr>
        <p:spPr>
          <a:xfrm>
            <a:off x="252611" y="253823"/>
            <a:ext cx="1082100" cy="3429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81" name="Google Shape;481;p50"/>
          <p:cNvSpPr txBox="1">
            <a:spLocks noGrp="1"/>
          </p:cNvSpPr>
          <p:nvPr>
            <p:ph type="title" idx="4"/>
          </p:nvPr>
        </p:nvSpPr>
        <p:spPr>
          <a:xfrm>
            <a:off x="252600" y="522925"/>
            <a:ext cx="5295000" cy="8367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a:endParaRPr/>
          </a:p>
        </p:txBody>
      </p:sp>
      <p:grpSp>
        <p:nvGrpSpPr>
          <p:cNvPr id="482" name="Google Shape;482;p50"/>
          <p:cNvGrpSpPr/>
          <p:nvPr/>
        </p:nvGrpSpPr>
        <p:grpSpPr>
          <a:xfrm>
            <a:off x="1093863" y="323039"/>
            <a:ext cx="149937" cy="118964"/>
            <a:chOff x="2601950" y="1974675"/>
            <a:chExt cx="2474200" cy="1963100"/>
          </a:xfrm>
        </p:grpSpPr>
        <p:sp>
          <p:nvSpPr>
            <p:cNvPr id="483" name="Google Shape;483;p50"/>
            <p:cNvSpPr/>
            <p:nvPr/>
          </p:nvSpPr>
          <p:spPr>
            <a:xfrm>
              <a:off x="2601950"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84" name="Google Shape;484;p50"/>
            <p:cNvSpPr/>
            <p:nvPr/>
          </p:nvSpPr>
          <p:spPr>
            <a:xfrm>
              <a:off x="4454675"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85" name="Google Shape;485;p50"/>
            <p:cNvSpPr/>
            <p:nvPr/>
          </p:nvSpPr>
          <p:spPr>
            <a:xfrm>
              <a:off x="2601950"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86" name="Google Shape;486;p50"/>
            <p:cNvSpPr/>
            <p:nvPr/>
          </p:nvSpPr>
          <p:spPr>
            <a:xfrm>
              <a:off x="2811025" y="3107225"/>
              <a:ext cx="615675" cy="615675"/>
            </a:xfrm>
            <a:custGeom>
              <a:avLst/>
              <a:gdLst/>
              <a:ahLst/>
              <a:cxnLst/>
              <a:rect l="l" t="t" r="r" b="b"/>
              <a:pathLst>
                <a:path w="24627" h="24627" extrusionOk="0">
                  <a:moveTo>
                    <a:pt x="1" y="1"/>
                  </a:moveTo>
                  <a:lnTo>
                    <a:pt x="1" y="24626"/>
                  </a:lnTo>
                  <a:lnTo>
                    <a:pt x="24626" y="24626"/>
                  </a:lnTo>
                  <a:lnTo>
                    <a:pt x="246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87" name="Google Shape;487;p50"/>
            <p:cNvSpPr/>
            <p:nvPr/>
          </p:nvSpPr>
          <p:spPr>
            <a:xfrm>
              <a:off x="3008500" y="3316325"/>
              <a:ext cx="1759825" cy="621450"/>
            </a:xfrm>
            <a:custGeom>
              <a:avLst/>
              <a:gdLst/>
              <a:ahLst/>
              <a:cxnLst/>
              <a:rect l="l" t="t" r="r" b="b"/>
              <a:pathLst>
                <a:path w="70393" h="24858" extrusionOk="0">
                  <a:moveTo>
                    <a:pt x="0" y="0"/>
                  </a:moveTo>
                  <a:lnTo>
                    <a:pt x="0" y="24858"/>
                  </a:lnTo>
                  <a:lnTo>
                    <a:pt x="70392" y="24858"/>
                  </a:lnTo>
                  <a:lnTo>
                    <a:pt x="703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88" name="Google Shape;488;p50"/>
            <p:cNvSpPr/>
            <p:nvPr/>
          </p:nvSpPr>
          <p:spPr>
            <a:xfrm>
              <a:off x="4251400" y="3107225"/>
              <a:ext cx="615650" cy="615675"/>
            </a:xfrm>
            <a:custGeom>
              <a:avLst/>
              <a:gdLst/>
              <a:ahLst/>
              <a:cxnLst/>
              <a:rect l="l" t="t" r="r" b="b"/>
              <a:pathLst>
                <a:path w="24626" h="24627" extrusionOk="0">
                  <a:moveTo>
                    <a:pt x="0" y="1"/>
                  </a:moveTo>
                  <a:lnTo>
                    <a:pt x="0" y="24626"/>
                  </a:lnTo>
                  <a:lnTo>
                    <a:pt x="24626" y="24626"/>
                  </a:lnTo>
                  <a:lnTo>
                    <a:pt x="246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89" name="Google Shape;489;p50"/>
            <p:cNvSpPr/>
            <p:nvPr/>
          </p:nvSpPr>
          <p:spPr>
            <a:xfrm>
              <a:off x="4454675"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grpSp>
        <p:nvGrpSpPr>
          <p:cNvPr id="490" name="Google Shape;490;p50"/>
          <p:cNvGrpSpPr/>
          <p:nvPr/>
        </p:nvGrpSpPr>
        <p:grpSpPr>
          <a:xfrm>
            <a:off x="343488" y="323039"/>
            <a:ext cx="149937" cy="118964"/>
            <a:chOff x="2601950" y="1974675"/>
            <a:chExt cx="2474200" cy="1963100"/>
          </a:xfrm>
        </p:grpSpPr>
        <p:sp>
          <p:nvSpPr>
            <p:cNvPr id="491" name="Google Shape;491;p50"/>
            <p:cNvSpPr/>
            <p:nvPr/>
          </p:nvSpPr>
          <p:spPr>
            <a:xfrm>
              <a:off x="2601950"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92" name="Google Shape;492;p50"/>
            <p:cNvSpPr/>
            <p:nvPr/>
          </p:nvSpPr>
          <p:spPr>
            <a:xfrm>
              <a:off x="4454675"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93" name="Google Shape;493;p50"/>
            <p:cNvSpPr/>
            <p:nvPr/>
          </p:nvSpPr>
          <p:spPr>
            <a:xfrm>
              <a:off x="2601950"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94" name="Google Shape;494;p50"/>
            <p:cNvSpPr/>
            <p:nvPr/>
          </p:nvSpPr>
          <p:spPr>
            <a:xfrm>
              <a:off x="2811025" y="3107225"/>
              <a:ext cx="615675" cy="615675"/>
            </a:xfrm>
            <a:custGeom>
              <a:avLst/>
              <a:gdLst/>
              <a:ahLst/>
              <a:cxnLst/>
              <a:rect l="l" t="t" r="r" b="b"/>
              <a:pathLst>
                <a:path w="24627" h="24627" extrusionOk="0">
                  <a:moveTo>
                    <a:pt x="1" y="1"/>
                  </a:moveTo>
                  <a:lnTo>
                    <a:pt x="1" y="24626"/>
                  </a:lnTo>
                  <a:lnTo>
                    <a:pt x="24626" y="24626"/>
                  </a:lnTo>
                  <a:lnTo>
                    <a:pt x="246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95" name="Google Shape;495;p50"/>
            <p:cNvSpPr/>
            <p:nvPr/>
          </p:nvSpPr>
          <p:spPr>
            <a:xfrm>
              <a:off x="3008500" y="3316325"/>
              <a:ext cx="1759825" cy="621450"/>
            </a:xfrm>
            <a:custGeom>
              <a:avLst/>
              <a:gdLst/>
              <a:ahLst/>
              <a:cxnLst/>
              <a:rect l="l" t="t" r="r" b="b"/>
              <a:pathLst>
                <a:path w="70393" h="24858" extrusionOk="0">
                  <a:moveTo>
                    <a:pt x="0" y="0"/>
                  </a:moveTo>
                  <a:lnTo>
                    <a:pt x="0" y="24858"/>
                  </a:lnTo>
                  <a:lnTo>
                    <a:pt x="70392" y="24858"/>
                  </a:lnTo>
                  <a:lnTo>
                    <a:pt x="703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96" name="Google Shape;496;p50"/>
            <p:cNvSpPr/>
            <p:nvPr/>
          </p:nvSpPr>
          <p:spPr>
            <a:xfrm>
              <a:off x="4251400" y="3107225"/>
              <a:ext cx="615650" cy="615675"/>
            </a:xfrm>
            <a:custGeom>
              <a:avLst/>
              <a:gdLst/>
              <a:ahLst/>
              <a:cxnLst/>
              <a:rect l="l" t="t" r="r" b="b"/>
              <a:pathLst>
                <a:path w="24626" h="24627" extrusionOk="0">
                  <a:moveTo>
                    <a:pt x="0" y="1"/>
                  </a:moveTo>
                  <a:lnTo>
                    <a:pt x="0" y="24626"/>
                  </a:lnTo>
                  <a:lnTo>
                    <a:pt x="24626" y="24626"/>
                  </a:lnTo>
                  <a:lnTo>
                    <a:pt x="246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497" name="Google Shape;497;p50"/>
            <p:cNvSpPr/>
            <p:nvPr/>
          </p:nvSpPr>
          <p:spPr>
            <a:xfrm>
              <a:off x="4454675"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grpSp>
        <p:nvGrpSpPr>
          <p:cNvPr id="498" name="Google Shape;498;p50"/>
          <p:cNvGrpSpPr/>
          <p:nvPr/>
        </p:nvGrpSpPr>
        <p:grpSpPr>
          <a:xfrm>
            <a:off x="725577" y="323039"/>
            <a:ext cx="149940" cy="118971"/>
            <a:chOff x="4062602" y="323039"/>
            <a:chExt cx="149940" cy="118971"/>
          </a:xfrm>
        </p:grpSpPr>
        <p:sp>
          <p:nvSpPr>
            <p:cNvPr id="499" name="Google Shape;499;p50"/>
            <p:cNvSpPr/>
            <p:nvPr/>
          </p:nvSpPr>
          <p:spPr>
            <a:xfrm>
              <a:off x="4062602" y="323039"/>
              <a:ext cx="37661" cy="37661"/>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500" name="Google Shape;500;p50"/>
            <p:cNvSpPr/>
            <p:nvPr/>
          </p:nvSpPr>
          <p:spPr>
            <a:xfrm>
              <a:off x="4174877" y="323039"/>
              <a:ext cx="37661" cy="37661"/>
            </a:xfrm>
            <a:custGeom>
              <a:avLst/>
              <a:gdLst/>
              <a:ahLst/>
              <a:cxnLst/>
              <a:rect l="l" t="t" r="r" b="b"/>
              <a:pathLst>
                <a:path w="24859" h="24859" extrusionOk="0">
                  <a:moveTo>
                    <a:pt x="0" y="1"/>
                  </a:moveTo>
                  <a:lnTo>
                    <a:pt x="0" y="24859"/>
                  </a:lnTo>
                  <a:lnTo>
                    <a:pt x="24858" y="24859"/>
                  </a:lnTo>
                  <a:lnTo>
                    <a:pt x="24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501" name="Google Shape;501;p50"/>
            <p:cNvSpPr/>
            <p:nvPr/>
          </p:nvSpPr>
          <p:spPr>
            <a:xfrm>
              <a:off x="4062605" y="404350"/>
              <a:ext cx="149937" cy="37660"/>
            </a:xfrm>
            <a:custGeom>
              <a:avLst/>
              <a:gdLst/>
              <a:ahLst/>
              <a:cxnLst/>
              <a:rect l="l" t="t" r="r" b="b"/>
              <a:pathLst>
                <a:path w="70393" h="24858" extrusionOk="0">
                  <a:moveTo>
                    <a:pt x="0" y="0"/>
                  </a:moveTo>
                  <a:lnTo>
                    <a:pt x="0" y="24858"/>
                  </a:lnTo>
                  <a:lnTo>
                    <a:pt x="70392" y="24858"/>
                  </a:lnTo>
                  <a:lnTo>
                    <a:pt x="703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sp>
        <p:nvSpPr>
          <p:cNvPr id="502" name="Google Shape;502;p50"/>
          <p:cNvSpPr txBox="1">
            <a:spLocks noGrp="1"/>
          </p:cNvSpPr>
          <p:nvPr>
            <p:ph type="body" idx="5"/>
          </p:nvPr>
        </p:nvSpPr>
        <p:spPr>
          <a:xfrm>
            <a:off x="364813" y="3126450"/>
            <a:ext cx="2471700" cy="16281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a:buChar char="●"/>
              <a:defRPr sz="1000"/>
            </a:lvl1pPr>
            <a:lvl2pPr marL="914400" lvl="1" indent="-292100">
              <a:spcBef>
                <a:spcPts val="800"/>
              </a:spcBef>
              <a:spcAft>
                <a:spcPts val="0"/>
              </a:spcAft>
              <a:buSzPts val="1000"/>
              <a:buFont typeface="Space Grotesk"/>
              <a:buChar char="○"/>
              <a:defRPr sz="1000"/>
            </a:lvl2pPr>
            <a:lvl3pPr marL="1371600" lvl="2" indent="-292100">
              <a:spcBef>
                <a:spcPts val="800"/>
              </a:spcBef>
              <a:spcAft>
                <a:spcPts val="0"/>
              </a:spcAft>
              <a:buSzPts val="1000"/>
              <a:buFont typeface="Space Grotesk"/>
              <a:buChar char="■"/>
              <a:defRPr sz="1000"/>
            </a:lvl3pPr>
            <a:lvl4pPr marL="1828800" lvl="3" indent="-292100">
              <a:spcBef>
                <a:spcPts val="800"/>
              </a:spcBef>
              <a:spcAft>
                <a:spcPts val="0"/>
              </a:spcAft>
              <a:buSzPts val="1000"/>
              <a:buFont typeface="Space Grotesk"/>
              <a:buChar char="●"/>
              <a:defRPr sz="1000"/>
            </a:lvl4pPr>
            <a:lvl5pPr marL="2286000" lvl="4" indent="-292100">
              <a:spcBef>
                <a:spcPts val="800"/>
              </a:spcBef>
              <a:spcAft>
                <a:spcPts val="0"/>
              </a:spcAft>
              <a:buSzPts val="1000"/>
              <a:buFont typeface="Space Grotesk"/>
              <a:buChar char="○"/>
              <a:defRPr sz="1000"/>
            </a:lvl5pPr>
            <a:lvl6pPr marL="2743200" lvl="5" indent="-292100">
              <a:spcBef>
                <a:spcPts val="800"/>
              </a:spcBef>
              <a:spcAft>
                <a:spcPts val="0"/>
              </a:spcAft>
              <a:buSzPts val="1000"/>
              <a:buFont typeface="Space Grotesk"/>
              <a:buChar char="■"/>
              <a:defRPr sz="1000"/>
            </a:lvl6pPr>
            <a:lvl7pPr marL="3200400" lvl="6" indent="-292100">
              <a:spcBef>
                <a:spcPts val="800"/>
              </a:spcBef>
              <a:spcAft>
                <a:spcPts val="0"/>
              </a:spcAft>
              <a:buSzPts val="1000"/>
              <a:buFont typeface="Space Grotesk"/>
              <a:buChar char="●"/>
              <a:defRPr sz="1000"/>
            </a:lvl7pPr>
            <a:lvl8pPr marL="3657600" lvl="7" indent="-292100">
              <a:spcBef>
                <a:spcPts val="800"/>
              </a:spcBef>
              <a:spcAft>
                <a:spcPts val="0"/>
              </a:spcAft>
              <a:buSzPts val="1000"/>
              <a:buFont typeface="Space Grotesk"/>
              <a:buChar char="○"/>
              <a:defRPr sz="1000"/>
            </a:lvl8pPr>
            <a:lvl9pPr marL="4114800" lvl="8" indent="-292100">
              <a:spcBef>
                <a:spcPts val="800"/>
              </a:spcBef>
              <a:spcAft>
                <a:spcPts val="800"/>
              </a:spcAft>
              <a:buSzPts val="1000"/>
              <a:buFont typeface="Space Grotesk"/>
              <a:buChar char="■"/>
              <a:defRPr sz="1000"/>
            </a:lvl9pPr>
          </a:lstStyle>
          <a:p>
            <a:endParaRPr/>
          </a:p>
        </p:txBody>
      </p:sp>
      <p:sp>
        <p:nvSpPr>
          <p:cNvPr id="503" name="Google Shape;503;p50"/>
          <p:cNvSpPr txBox="1">
            <a:spLocks noGrp="1"/>
          </p:cNvSpPr>
          <p:nvPr>
            <p:ph type="body" idx="6"/>
          </p:nvPr>
        </p:nvSpPr>
        <p:spPr>
          <a:xfrm>
            <a:off x="3320475" y="3126450"/>
            <a:ext cx="2471700" cy="16281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a:buChar char="●"/>
              <a:defRPr sz="1000"/>
            </a:lvl1pPr>
            <a:lvl2pPr marL="914400" lvl="1" indent="-292100">
              <a:spcBef>
                <a:spcPts val="800"/>
              </a:spcBef>
              <a:spcAft>
                <a:spcPts val="0"/>
              </a:spcAft>
              <a:buSzPts val="1000"/>
              <a:buFont typeface="Space Grotesk"/>
              <a:buChar char="○"/>
              <a:defRPr sz="1000"/>
            </a:lvl2pPr>
            <a:lvl3pPr marL="1371600" lvl="2" indent="-292100">
              <a:spcBef>
                <a:spcPts val="800"/>
              </a:spcBef>
              <a:spcAft>
                <a:spcPts val="0"/>
              </a:spcAft>
              <a:buSzPts val="1000"/>
              <a:buFont typeface="Space Grotesk"/>
              <a:buChar char="■"/>
              <a:defRPr sz="1000"/>
            </a:lvl3pPr>
            <a:lvl4pPr marL="1828800" lvl="3" indent="-292100">
              <a:spcBef>
                <a:spcPts val="800"/>
              </a:spcBef>
              <a:spcAft>
                <a:spcPts val="0"/>
              </a:spcAft>
              <a:buSzPts val="1000"/>
              <a:buFont typeface="Space Grotesk"/>
              <a:buChar char="●"/>
              <a:defRPr sz="1000"/>
            </a:lvl4pPr>
            <a:lvl5pPr marL="2286000" lvl="4" indent="-292100">
              <a:spcBef>
                <a:spcPts val="800"/>
              </a:spcBef>
              <a:spcAft>
                <a:spcPts val="0"/>
              </a:spcAft>
              <a:buSzPts val="1000"/>
              <a:buFont typeface="Space Grotesk"/>
              <a:buChar char="○"/>
              <a:defRPr sz="1000"/>
            </a:lvl5pPr>
            <a:lvl6pPr marL="2743200" lvl="5" indent="-292100">
              <a:spcBef>
                <a:spcPts val="800"/>
              </a:spcBef>
              <a:spcAft>
                <a:spcPts val="0"/>
              </a:spcAft>
              <a:buSzPts val="1000"/>
              <a:buFont typeface="Space Grotesk"/>
              <a:buChar char="■"/>
              <a:defRPr sz="1000"/>
            </a:lvl6pPr>
            <a:lvl7pPr marL="3200400" lvl="6" indent="-292100">
              <a:spcBef>
                <a:spcPts val="800"/>
              </a:spcBef>
              <a:spcAft>
                <a:spcPts val="0"/>
              </a:spcAft>
              <a:buSzPts val="1000"/>
              <a:buFont typeface="Space Grotesk"/>
              <a:buChar char="●"/>
              <a:defRPr sz="1000"/>
            </a:lvl7pPr>
            <a:lvl8pPr marL="3657600" lvl="7" indent="-292100">
              <a:spcBef>
                <a:spcPts val="800"/>
              </a:spcBef>
              <a:spcAft>
                <a:spcPts val="0"/>
              </a:spcAft>
              <a:buSzPts val="1000"/>
              <a:buFont typeface="Space Grotesk"/>
              <a:buChar char="○"/>
              <a:defRPr sz="1000"/>
            </a:lvl8pPr>
            <a:lvl9pPr marL="4114800" lvl="8" indent="-292100">
              <a:spcBef>
                <a:spcPts val="800"/>
              </a:spcBef>
              <a:spcAft>
                <a:spcPts val="800"/>
              </a:spcAft>
              <a:buSzPts val="1000"/>
              <a:buFont typeface="Space Grotesk"/>
              <a:buChar char="■"/>
              <a:defRPr sz="1000"/>
            </a:lvl9pPr>
          </a:lstStyle>
          <a:p>
            <a:endParaRPr/>
          </a:p>
        </p:txBody>
      </p:sp>
      <p:sp>
        <p:nvSpPr>
          <p:cNvPr id="504" name="Google Shape;504;p50"/>
          <p:cNvSpPr txBox="1">
            <a:spLocks noGrp="1"/>
          </p:cNvSpPr>
          <p:nvPr>
            <p:ph type="body" idx="7"/>
          </p:nvPr>
        </p:nvSpPr>
        <p:spPr>
          <a:xfrm>
            <a:off x="6273125" y="3126453"/>
            <a:ext cx="2443500" cy="16281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a:buChar char="●"/>
              <a:defRPr sz="1000"/>
            </a:lvl1pPr>
            <a:lvl2pPr marL="914400" lvl="1" indent="-292100">
              <a:spcBef>
                <a:spcPts val="800"/>
              </a:spcBef>
              <a:spcAft>
                <a:spcPts val="0"/>
              </a:spcAft>
              <a:buSzPts val="1000"/>
              <a:buFont typeface="Space Grotesk"/>
              <a:buChar char="○"/>
              <a:defRPr sz="1000"/>
            </a:lvl2pPr>
            <a:lvl3pPr marL="1371600" lvl="2" indent="-292100">
              <a:spcBef>
                <a:spcPts val="800"/>
              </a:spcBef>
              <a:spcAft>
                <a:spcPts val="0"/>
              </a:spcAft>
              <a:buSzPts val="1000"/>
              <a:buFont typeface="Space Grotesk"/>
              <a:buChar char="■"/>
              <a:defRPr sz="1000"/>
            </a:lvl3pPr>
            <a:lvl4pPr marL="1828800" lvl="3" indent="-292100">
              <a:spcBef>
                <a:spcPts val="800"/>
              </a:spcBef>
              <a:spcAft>
                <a:spcPts val="0"/>
              </a:spcAft>
              <a:buSzPts val="1000"/>
              <a:buFont typeface="Space Grotesk"/>
              <a:buChar char="●"/>
              <a:defRPr sz="1000"/>
            </a:lvl4pPr>
            <a:lvl5pPr marL="2286000" lvl="4" indent="-292100">
              <a:spcBef>
                <a:spcPts val="800"/>
              </a:spcBef>
              <a:spcAft>
                <a:spcPts val="0"/>
              </a:spcAft>
              <a:buSzPts val="1000"/>
              <a:buFont typeface="Space Grotesk"/>
              <a:buChar char="○"/>
              <a:defRPr sz="1000"/>
            </a:lvl5pPr>
            <a:lvl6pPr marL="2743200" lvl="5" indent="-292100">
              <a:spcBef>
                <a:spcPts val="800"/>
              </a:spcBef>
              <a:spcAft>
                <a:spcPts val="0"/>
              </a:spcAft>
              <a:buSzPts val="1000"/>
              <a:buFont typeface="Space Grotesk"/>
              <a:buChar char="■"/>
              <a:defRPr sz="1000"/>
            </a:lvl6pPr>
            <a:lvl7pPr marL="3200400" lvl="6" indent="-292100">
              <a:spcBef>
                <a:spcPts val="800"/>
              </a:spcBef>
              <a:spcAft>
                <a:spcPts val="0"/>
              </a:spcAft>
              <a:buSzPts val="1000"/>
              <a:buFont typeface="Space Grotesk"/>
              <a:buChar char="●"/>
              <a:defRPr sz="1000"/>
            </a:lvl7pPr>
            <a:lvl8pPr marL="3657600" lvl="7" indent="-292100">
              <a:spcBef>
                <a:spcPts val="800"/>
              </a:spcBef>
              <a:spcAft>
                <a:spcPts val="0"/>
              </a:spcAft>
              <a:buSzPts val="1000"/>
              <a:buFont typeface="Space Grotesk"/>
              <a:buChar char="○"/>
              <a:defRPr sz="1000"/>
            </a:lvl8pPr>
            <a:lvl9pPr marL="4114800" lvl="8" indent="-292100">
              <a:spcBef>
                <a:spcPts val="800"/>
              </a:spcBef>
              <a:spcAft>
                <a:spcPts val="800"/>
              </a:spcAft>
              <a:buSzPts val="1000"/>
              <a:buFont typeface="Space Grotesk"/>
              <a:buChar char="■"/>
              <a:defRPr sz="1000"/>
            </a:lvl9pPr>
          </a:lstStyle>
          <a:p>
            <a:endParaRPr/>
          </a:p>
        </p:txBody>
      </p:sp>
    </p:spTree>
  </p:cSld>
  <p:clrMapOvr>
    <a:masterClrMapping/>
  </p:clrMapOvr>
  <p:extLst>
    <p:ext uri="{DCECCB84-F9BA-43D5-87BE-67443E8EF086}">
      <p15:sldGuideLst xmlns:p15="http://schemas.microsoft.com/office/powerpoint/2012/main">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hree big ideas - Alt 1">
  <p:cSld name="BLANK_1_1_1_1_1_1_1_1_1_1_1_1_1_1">
    <p:bg>
      <p:bgPr>
        <a:solidFill>
          <a:schemeClr val="dk1"/>
        </a:solidFill>
        <a:effectLst/>
      </p:bgPr>
    </p:bg>
    <p:spTree>
      <p:nvGrpSpPr>
        <p:cNvPr id="1" name="Shape 505"/>
        <p:cNvGrpSpPr/>
        <p:nvPr/>
      </p:nvGrpSpPr>
      <p:grpSpPr>
        <a:xfrm>
          <a:off x="0" y="0"/>
          <a:ext cx="0" cy="0"/>
          <a:chOff x="0" y="0"/>
          <a:chExt cx="0" cy="0"/>
        </a:xfrm>
      </p:grpSpPr>
      <p:sp>
        <p:nvSpPr>
          <p:cNvPr id="506" name="Google Shape;506;p51"/>
          <p:cNvSpPr txBox="1">
            <a:spLocks noGrp="1"/>
          </p:cNvSpPr>
          <p:nvPr>
            <p:ph type="title"/>
          </p:nvPr>
        </p:nvSpPr>
        <p:spPr>
          <a:xfrm>
            <a:off x="221375" y="223900"/>
            <a:ext cx="6668100" cy="466800"/>
          </a:xfrm>
          <a:prstGeom prst="rect">
            <a:avLst/>
          </a:prstGeom>
        </p:spPr>
        <p:txBody>
          <a:bodyPr spcFirstLastPara="1" wrap="square" lIns="0" tIns="0" rIns="0" bIns="0" anchor="t" anchorCtr="0">
            <a:normAutofit/>
          </a:bodyPr>
          <a:lstStyle>
            <a:lvl1pPr lvl="0">
              <a:lnSpc>
                <a:spcPct val="80000"/>
              </a:lnSpc>
              <a:spcBef>
                <a:spcPts val="0"/>
              </a:spcBef>
              <a:spcAft>
                <a:spcPts val="0"/>
              </a:spcAft>
              <a:buClr>
                <a:schemeClr val="lt2"/>
              </a:buClr>
              <a:buSzPts val="3500"/>
              <a:buFont typeface="Space Grotesk"/>
              <a:buNone/>
              <a:defRPr sz="3500">
                <a:solidFill>
                  <a:schemeClr val="lt2"/>
                </a:solidFill>
                <a:latin typeface="Space Grotesk"/>
                <a:ea typeface="Space Grotesk"/>
                <a:cs typeface="Space Grotesk"/>
                <a:sym typeface="Space Grotesk"/>
              </a:defRPr>
            </a:lvl1pPr>
            <a:lvl2pPr lvl="1">
              <a:lnSpc>
                <a:spcPct val="80000"/>
              </a:lnSpc>
              <a:spcBef>
                <a:spcPts val="0"/>
              </a:spcBef>
              <a:spcAft>
                <a:spcPts val="0"/>
              </a:spcAft>
              <a:buClr>
                <a:schemeClr val="lt2"/>
              </a:buClr>
              <a:buSzPts val="3900"/>
              <a:buNone/>
              <a:defRPr sz="3900">
                <a:solidFill>
                  <a:schemeClr val="lt2"/>
                </a:solidFill>
              </a:defRPr>
            </a:lvl2pPr>
            <a:lvl3pPr lvl="2">
              <a:lnSpc>
                <a:spcPct val="80000"/>
              </a:lnSpc>
              <a:spcBef>
                <a:spcPts val="0"/>
              </a:spcBef>
              <a:spcAft>
                <a:spcPts val="0"/>
              </a:spcAft>
              <a:buClr>
                <a:schemeClr val="lt2"/>
              </a:buClr>
              <a:buSzPts val="3900"/>
              <a:buNone/>
              <a:defRPr sz="3900">
                <a:solidFill>
                  <a:schemeClr val="lt2"/>
                </a:solidFill>
              </a:defRPr>
            </a:lvl3pPr>
            <a:lvl4pPr lvl="3">
              <a:lnSpc>
                <a:spcPct val="80000"/>
              </a:lnSpc>
              <a:spcBef>
                <a:spcPts val="0"/>
              </a:spcBef>
              <a:spcAft>
                <a:spcPts val="0"/>
              </a:spcAft>
              <a:buClr>
                <a:schemeClr val="lt2"/>
              </a:buClr>
              <a:buSzPts val="3900"/>
              <a:buNone/>
              <a:defRPr sz="3900">
                <a:solidFill>
                  <a:schemeClr val="lt2"/>
                </a:solidFill>
              </a:defRPr>
            </a:lvl4pPr>
            <a:lvl5pPr lvl="4">
              <a:lnSpc>
                <a:spcPct val="80000"/>
              </a:lnSpc>
              <a:spcBef>
                <a:spcPts val="0"/>
              </a:spcBef>
              <a:spcAft>
                <a:spcPts val="0"/>
              </a:spcAft>
              <a:buClr>
                <a:schemeClr val="lt2"/>
              </a:buClr>
              <a:buSzPts val="3900"/>
              <a:buNone/>
              <a:defRPr sz="3900">
                <a:solidFill>
                  <a:schemeClr val="lt2"/>
                </a:solidFill>
              </a:defRPr>
            </a:lvl5pPr>
            <a:lvl6pPr lvl="5">
              <a:lnSpc>
                <a:spcPct val="80000"/>
              </a:lnSpc>
              <a:spcBef>
                <a:spcPts val="0"/>
              </a:spcBef>
              <a:spcAft>
                <a:spcPts val="0"/>
              </a:spcAft>
              <a:buClr>
                <a:schemeClr val="lt2"/>
              </a:buClr>
              <a:buSzPts val="3900"/>
              <a:buNone/>
              <a:defRPr sz="3900">
                <a:solidFill>
                  <a:schemeClr val="lt2"/>
                </a:solidFill>
              </a:defRPr>
            </a:lvl6pPr>
            <a:lvl7pPr lvl="6">
              <a:lnSpc>
                <a:spcPct val="80000"/>
              </a:lnSpc>
              <a:spcBef>
                <a:spcPts val="0"/>
              </a:spcBef>
              <a:spcAft>
                <a:spcPts val="0"/>
              </a:spcAft>
              <a:buClr>
                <a:schemeClr val="lt2"/>
              </a:buClr>
              <a:buSzPts val="3900"/>
              <a:buNone/>
              <a:defRPr sz="3900">
                <a:solidFill>
                  <a:schemeClr val="lt2"/>
                </a:solidFill>
              </a:defRPr>
            </a:lvl7pPr>
            <a:lvl8pPr lvl="7">
              <a:lnSpc>
                <a:spcPct val="80000"/>
              </a:lnSpc>
              <a:spcBef>
                <a:spcPts val="0"/>
              </a:spcBef>
              <a:spcAft>
                <a:spcPts val="0"/>
              </a:spcAft>
              <a:buClr>
                <a:schemeClr val="lt2"/>
              </a:buClr>
              <a:buSzPts val="3900"/>
              <a:buNone/>
              <a:defRPr sz="3900">
                <a:solidFill>
                  <a:schemeClr val="lt2"/>
                </a:solidFill>
              </a:defRPr>
            </a:lvl8pPr>
            <a:lvl9pPr lvl="8">
              <a:lnSpc>
                <a:spcPct val="80000"/>
              </a:lnSpc>
              <a:spcBef>
                <a:spcPts val="0"/>
              </a:spcBef>
              <a:spcAft>
                <a:spcPts val="0"/>
              </a:spcAft>
              <a:buClr>
                <a:schemeClr val="lt2"/>
              </a:buClr>
              <a:buSzPts val="3900"/>
              <a:buNone/>
              <a:defRPr sz="3900">
                <a:solidFill>
                  <a:schemeClr val="lt2"/>
                </a:solidFill>
              </a:defRPr>
            </a:lvl9pPr>
          </a:lstStyle>
          <a:p>
            <a:endParaRPr/>
          </a:p>
        </p:txBody>
      </p:sp>
      <p:sp>
        <p:nvSpPr>
          <p:cNvPr id="507" name="Google Shape;507;p51"/>
          <p:cNvSpPr txBox="1">
            <a:spLocks noGrp="1"/>
          </p:cNvSpPr>
          <p:nvPr>
            <p:ph type="body" idx="1"/>
          </p:nvPr>
        </p:nvSpPr>
        <p:spPr>
          <a:xfrm>
            <a:off x="6197276" y="2370325"/>
            <a:ext cx="2416800" cy="2520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marL="914400" lvl="1"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marL="1371600" lvl="2"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marL="1828800" lvl="3"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marL="2286000" lvl="4"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marL="2743200" lvl="5"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marL="3200400" lvl="6"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marL="3657600" lvl="7"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marL="4114800" lvl="8" indent="-2921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a:endParaRPr/>
          </a:p>
        </p:txBody>
      </p:sp>
      <p:sp>
        <p:nvSpPr>
          <p:cNvPr id="508" name="Google Shape;508;p51"/>
          <p:cNvSpPr txBox="1">
            <a:spLocks noGrp="1"/>
          </p:cNvSpPr>
          <p:nvPr>
            <p:ph type="subTitle" idx="2"/>
          </p:nvPr>
        </p:nvSpPr>
        <p:spPr>
          <a:xfrm>
            <a:off x="3311200" y="1593874"/>
            <a:ext cx="2057700" cy="2346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a:endParaRPr/>
          </a:p>
        </p:txBody>
      </p:sp>
      <p:sp>
        <p:nvSpPr>
          <p:cNvPr id="509" name="Google Shape;509;p51"/>
          <p:cNvSpPr txBox="1">
            <a:spLocks noGrp="1"/>
          </p:cNvSpPr>
          <p:nvPr>
            <p:ph type="subTitle" idx="3"/>
          </p:nvPr>
        </p:nvSpPr>
        <p:spPr>
          <a:xfrm>
            <a:off x="6294303" y="1593874"/>
            <a:ext cx="2034600" cy="2346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a:endParaRPr/>
          </a:p>
        </p:txBody>
      </p:sp>
      <p:sp>
        <p:nvSpPr>
          <p:cNvPr id="510" name="Google Shape;510;p51"/>
          <p:cNvSpPr txBox="1">
            <a:spLocks noGrp="1"/>
          </p:cNvSpPr>
          <p:nvPr>
            <p:ph type="subTitle" idx="4"/>
          </p:nvPr>
        </p:nvSpPr>
        <p:spPr>
          <a:xfrm>
            <a:off x="252600" y="809250"/>
            <a:ext cx="2801700" cy="9213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a:endParaRPr/>
          </a:p>
        </p:txBody>
      </p:sp>
      <p:sp>
        <p:nvSpPr>
          <p:cNvPr id="511" name="Google Shape;511;p51"/>
          <p:cNvSpPr txBox="1">
            <a:spLocks noGrp="1"/>
          </p:cNvSpPr>
          <p:nvPr>
            <p:ph type="body" idx="5"/>
          </p:nvPr>
        </p:nvSpPr>
        <p:spPr>
          <a:xfrm>
            <a:off x="3224231" y="2370325"/>
            <a:ext cx="2416800" cy="2520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marL="914400" lvl="1"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marL="1371600" lvl="2"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marL="1828800" lvl="3"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marL="2286000" lvl="4"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marL="2743200" lvl="5"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marL="3200400" lvl="6"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marL="3657600" lvl="7" indent="-2921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marL="4114800" lvl="8" indent="-2921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a:endParaRPr/>
          </a:p>
        </p:txBody>
      </p:sp>
      <p:sp>
        <p:nvSpPr>
          <p:cNvPr id="512" name="Google Shape;512;p51"/>
          <p:cNvSpPr txBox="1">
            <a:spLocks noGrp="1"/>
          </p:cNvSpPr>
          <p:nvPr>
            <p:ph type="body" idx="6"/>
          </p:nvPr>
        </p:nvSpPr>
        <p:spPr>
          <a:xfrm>
            <a:off x="252600" y="2370325"/>
            <a:ext cx="2187000" cy="646200"/>
          </a:xfrm>
          <a:prstGeom prst="rect">
            <a:avLst/>
          </a:prstGeom>
        </p:spPr>
        <p:txBody>
          <a:bodyPr spcFirstLastPara="1" wrap="square" lIns="0" tIns="0" rIns="0" bIns="90000" anchor="t" anchorCtr="0">
            <a:noAutofit/>
          </a:bodyPr>
          <a:lstStyle>
            <a:lvl1pPr marL="457200" lvl="0" indent="-323850">
              <a:lnSpc>
                <a:spcPct val="100000"/>
              </a:lnSpc>
              <a:spcBef>
                <a:spcPts val="0"/>
              </a:spcBef>
              <a:spcAft>
                <a:spcPts val="0"/>
              </a:spcAft>
              <a:buSzPts val="1500"/>
              <a:buFont typeface="Space Grotesk Medium"/>
              <a:buChar char="●"/>
              <a:defRPr sz="1500">
                <a:latin typeface="Space Grotesk Medium"/>
                <a:ea typeface="Space Grotesk Medium"/>
                <a:cs typeface="Space Grotesk Medium"/>
                <a:sym typeface="Space Grotesk Medium"/>
              </a:defRPr>
            </a:lvl1pPr>
            <a:lvl2pPr marL="914400" lvl="1" indent="-32385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2pPr>
            <a:lvl3pPr marL="1371600" lvl="2" indent="-32385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3pPr>
            <a:lvl4pPr marL="1828800" lvl="3" indent="-32385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4pPr>
            <a:lvl5pPr marL="2286000" lvl="4" indent="-32385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5pPr>
            <a:lvl6pPr marL="2743200" lvl="5" indent="-32385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6pPr>
            <a:lvl7pPr marL="3200400" lvl="6" indent="-32385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7pPr>
            <a:lvl8pPr marL="3657600" lvl="7" indent="-32385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8pPr>
            <a:lvl9pPr marL="4114800" lvl="8" indent="-323850">
              <a:spcBef>
                <a:spcPts val="800"/>
              </a:spcBef>
              <a:spcAft>
                <a:spcPts val="800"/>
              </a:spcAft>
              <a:buSzPts val="1500"/>
              <a:buFont typeface="Space Grotesk Medium"/>
              <a:buChar char="■"/>
              <a:defRPr sz="1500">
                <a:latin typeface="Space Grotesk Medium"/>
                <a:ea typeface="Space Grotesk Medium"/>
                <a:cs typeface="Space Grotesk Medium"/>
                <a:sym typeface="Space Grotesk Medium"/>
              </a:defRPr>
            </a:lvl9pPr>
          </a:lstStyle>
          <a:p>
            <a:endParaRPr/>
          </a:p>
        </p:txBody>
      </p:sp>
      <p:sp>
        <p:nvSpPr>
          <p:cNvPr id="513" name="Google Shape;513;p51"/>
          <p:cNvSpPr txBox="1">
            <a:spLocks noGrp="1"/>
          </p:cNvSpPr>
          <p:nvPr>
            <p:ph type="body" idx="7"/>
          </p:nvPr>
        </p:nvSpPr>
        <p:spPr>
          <a:xfrm>
            <a:off x="252600" y="3039157"/>
            <a:ext cx="2118600" cy="876300"/>
          </a:xfrm>
          <a:prstGeom prst="rect">
            <a:avLst/>
          </a:prstGeom>
        </p:spPr>
        <p:txBody>
          <a:bodyPr spcFirstLastPara="1" wrap="square" lIns="0" tIns="0" rIns="0" bIns="90000" anchor="t" anchorCtr="0">
            <a:no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Tree>
  </p:cSld>
  <p:clrMapOvr>
    <a:masterClrMapping/>
  </p:clrMapOvr>
  <p:extLst>
    <p:ext uri="{DCECCB84-F9BA-43D5-87BE-67443E8EF086}">
      <p15:sldGuideLst xmlns:p15="http://schemas.microsoft.com/office/powerpoint/2012/main">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guide id="7" orient="horz" pos="2772">
          <p15:clr>
            <a:srgbClr val="E46962"/>
          </p15:clr>
        </p15:guide>
        <p15:guide id="8" orient="horz" pos="159">
          <p15:clr>
            <a:srgbClr val="E46962"/>
          </p15:clr>
        </p15:guide>
        <p15:guide id="9" orient="horz" pos="598">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ingo">
  <p:cSld name="BLANK_1_1_1_1_1_1_1_1_1_1_1_1_1_1_2_1_2">
    <p:bg>
      <p:bgPr>
        <a:solidFill>
          <a:schemeClr val="dk1"/>
        </a:solidFill>
        <a:effectLst/>
      </p:bgPr>
    </p:bg>
    <p:spTree>
      <p:nvGrpSpPr>
        <p:cNvPr id="1" name="Shape 514"/>
        <p:cNvGrpSpPr/>
        <p:nvPr/>
      </p:nvGrpSpPr>
      <p:grpSpPr>
        <a:xfrm>
          <a:off x="0" y="0"/>
          <a:ext cx="0" cy="0"/>
          <a:chOff x="0" y="0"/>
          <a:chExt cx="0" cy="0"/>
        </a:xfrm>
      </p:grpSpPr>
      <p:sp>
        <p:nvSpPr>
          <p:cNvPr id="515" name="Google Shape;515;p52"/>
          <p:cNvSpPr txBox="1">
            <a:spLocks noGrp="1"/>
          </p:cNvSpPr>
          <p:nvPr>
            <p:ph type="subTitle" idx="1"/>
          </p:nvPr>
        </p:nvSpPr>
        <p:spPr>
          <a:xfrm>
            <a:off x="252600" y="809250"/>
            <a:ext cx="2801700" cy="9213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a:endParaRPr/>
          </a:p>
        </p:txBody>
      </p:sp>
      <p:sp>
        <p:nvSpPr>
          <p:cNvPr id="516" name="Google Shape;516;p52"/>
          <p:cNvSpPr txBox="1">
            <a:spLocks noGrp="1"/>
          </p:cNvSpPr>
          <p:nvPr>
            <p:ph type="subTitle" idx="2"/>
          </p:nvPr>
        </p:nvSpPr>
        <p:spPr>
          <a:xfrm>
            <a:off x="252600" y="2831039"/>
            <a:ext cx="2734200" cy="4932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500"/>
              <a:buFont typeface="Space Grotesk Medium"/>
              <a:buNone/>
              <a:defRPr sz="1500">
                <a:highlight>
                  <a:schemeClr val="lt2"/>
                </a:highlight>
                <a:latin typeface="Space Grotesk Medium"/>
                <a:ea typeface="Space Grotesk Medium"/>
                <a:cs typeface="Space Grotesk Medium"/>
                <a:sym typeface="Space Grotesk Medium"/>
              </a:defRPr>
            </a:lvl1pPr>
            <a:lvl2pPr lvl="1">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2pPr>
            <a:lvl3pPr lvl="2">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3pPr>
            <a:lvl4pPr lvl="3">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4pPr>
            <a:lvl5pPr lvl="4">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5pPr>
            <a:lvl6pPr lvl="5">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6pPr>
            <a:lvl7pPr lvl="6">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7pPr>
            <a:lvl8pPr lvl="7">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8pPr>
            <a:lvl9pPr lvl="8">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9pPr>
          </a:lstStyle>
          <a:p>
            <a:endParaRPr/>
          </a:p>
        </p:txBody>
      </p:sp>
      <p:sp>
        <p:nvSpPr>
          <p:cNvPr id="517" name="Google Shape;517;p52"/>
          <p:cNvSpPr txBox="1">
            <a:spLocks noGrp="1"/>
          </p:cNvSpPr>
          <p:nvPr>
            <p:ph type="title"/>
          </p:nvPr>
        </p:nvSpPr>
        <p:spPr>
          <a:xfrm>
            <a:off x="7520025" y="949950"/>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a:endParaRPr/>
          </a:p>
        </p:txBody>
      </p:sp>
      <p:sp>
        <p:nvSpPr>
          <p:cNvPr id="518" name="Google Shape;518;p52"/>
          <p:cNvSpPr txBox="1">
            <a:spLocks noGrp="1"/>
          </p:cNvSpPr>
          <p:nvPr>
            <p:ph type="title" idx="3"/>
          </p:nvPr>
        </p:nvSpPr>
        <p:spPr>
          <a:xfrm>
            <a:off x="4390704" y="2378650"/>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a:endParaRPr/>
          </a:p>
        </p:txBody>
      </p:sp>
      <p:sp>
        <p:nvSpPr>
          <p:cNvPr id="519" name="Google Shape;519;p52"/>
          <p:cNvSpPr txBox="1">
            <a:spLocks noGrp="1"/>
          </p:cNvSpPr>
          <p:nvPr>
            <p:ph type="title" idx="4"/>
          </p:nvPr>
        </p:nvSpPr>
        <p:spPr>
          <a:xfrm>
            <a:off x="5919225" y="2264275"/>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a:endParaRPr/>
          </a:p>
        </p:txBody>
      </p:sp>
      <p:sp>
        <p:nvSpPr>
          <p:cNvPr id="520" name="Google Shape;520;p52"/>
          <p:cNvSpPr txBox="1">
            <a:spLocks noGrp="1"/>
          </p:cNvSpPr>
          <p:nvPr>
            <p:ph type="title" idx="5"/>
          </p:nvPr>
        </p:nvSpPr>
        <p:spPr>
          <a:xfrm>
            <a:off x="7251700" y="2378650"/>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a:endParaRPr/>
          </a:p>
        </p:txBody>
      </p:sp>
      <p:sp>
        <p:nvSpPr>
          <p:cNvPr id="521" name="Google Shape;521;p52"/>
          <p:cNvSpPr txBox="1">
            <a:spLocks noGrp="1"/>
          </p:cNvSpPr>
          <p:nvPr>
            <p:ph type="title" idx="6"/>
          </p:nvPr>
        </p:nvSpPr>
        <p:spPr>
          <a:xfrm>
            <a:off x="4390704" y="3906725"/>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22" name="Google Shape;522;p52"/>
          <p:cNvSpPr txBox="1">
            <a:spLocks noGrp="1"/>
          </p:cNvSpPr>
          <p:nvPr>
            <p:ph type="title" idx="7"/>
          </p:nvPr>
        </p:nvSpPr>
        <p:spPr>
          <a:xfrm>
            <a:off x="5919225" y="3768600"/>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a:endParaRPr/>
          </a:p>
        </p:txBody>
      </p:sp>
      <p:sp>
        <p:nvSpPr>
          <p:cNvPr id="523" name="Google Shape;523;p52"/>
          <p:cNvSpPr txBox="1">
            <a:spLocks noGrp="1"/>
          </p:cNvSpPr>
          <p:nvPr>
            <p:ph type="title" idx="8"/>
          </p:nvPr>
        </p:nvSpPr>
        <p:spPr>
          <a:xfrm>
            <a:off x="7520025" y="3641175"/>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solidFill>
                  <a:schemeClr val="accent5"/>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a:endParaRPr/>
          </a:p>
        </p:txBody>
      </p:sp>
      <p:sp>
        <p:nvSpPr>
          <p:cNvPr id="524" name="Google Shape;524;p52"/>
          <p:cNvSpPr txBox="1">
            <a:spLocks noGrp="1"/>
          </p:cNvSpPr>
          <p:nvPr>
            <p:ph type="title" idx="9"/>
          </p:nvPr>
        </p:nvSpPr>
        <p:spPr>
          <a:xfrm>
            <a:off x="4390704" y="898075"/>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solidFill>
                  <a:schemeClr val="accent4"/>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a:endParaRPr/>
          </a:p>
        </p:txBody>
      </p:sp>
      <p:sp>
        <p:nvSpPr>
          <p:cNvPr id="525" name="Google Shape;525;p52"/>
          <p:cNvSpPr txBox="1">
            <a:spLocks noGrp="1"/>
          </p:cNvSpPr>
          <p:nvPr>
            <p:ph type="title" idx="13"/>
          </p:nvPr>
        </p:nvSpPr>
        <p:spPr>
          <a:xfrm>
            <a:off x="5992500" y="977450"/>
            <a:ext cx="846900" cy="374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26" name="Google Shape;526;p52"/>
          <p:cNvSpPr txBox="1">
            <a:spLocks noGrp="1"/>
          </p:cNvSpPr>
          <p:nvPr>
            <p:ph type="title" idx="14"/>
          </p:nvPr>
        </p:nvSpPr>
        <p:spPr>
          <a:xfrm>
            <a:off x="257707" y="3448488"/>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27" name="Google Shape;527;p52"/>
          <p:cNvSpPr txBox="1">
            <a:spLocks noGrp="1"/>
          </p:cNvSpPr>
          <p:nvPr>
            <p:ph type="title" idx="15"/>
          </p:nvPr>
        </p:nvSpPr>
        <p:spPr>
          <a:xfrm>
            <a:off x="257707" y="3961275"/>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28" name="Google Shape;528;p52"/>
          <p:cNvSpPr txBox="1">
            <a:spLocks noGrp="1"/>
          </p:cNvSpPr>
          <p:nvPr>
            <p:ph type="title" idx="16"/>
          </p:nvPr>
        </p:nvSpPr>
        <p:spPr>
          <a:xfrm>
            <a:off x="1311836" y="3961287"/>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29" name="Google Shape;529;p52"/>
          <p:cNvSpPr txBox="1">
            <a:spLocks noGrp="1"/>
          </p:cNvSpPr>
          <p:nvPr>
            <p:ph type="title" idx="17"/>
          </p:nvPr>
        </p:nvSpPr>
        <p:spPr>
          <a:xfrm>
            <a:off x="2365953" y="3961287"/>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30" name="Google Shape;530;p52"/>
          <p:cNvSpPr txBox="1">
            <a:spLocks noGrp="1"/>
          </p:cNvSpPr>
          <p:nvPr>
            <p:ph type="title" idx="18"/>
          </p:nvPr>
        </p:nvSpPr>
        <p:spPr>
          <a:xfrm>
            <a:off x="257707" y="4474062"/>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31" name="Google Shape;531;p52"/>
          <p:cNvSpPr txBox="1">
            <a:spLocks noGrp="1"/>
          </p:cNvSpPr>
          <p:nvPr>
            <p:ph type="title" idx="19"/>
          </p:nvPr>
        </p:nvSpPr>
        <p:spPr>
          <a:xfrm>
            <a:off x="1311836" y="4474074"/>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32" name="Google Shape;532;p52"/>
          <p:cNvSpPr txBox="1">
            <a:spLocks noGrp="1"/>
          </p:cNvSpPr>
          <p:nvPr>
            <p:ph type="title" idx="20"/>
          </p:nvPr>
        </p:nvSpPr>
        <p:spPr>
          <a:xfrm>
            <a:off x="2365953" y="4474074"/>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33" name="Google Shape;533;p52"/>
          <p:cNvSpPr txBox="1">
            <a:spLocks noGrp="1"/>
          </p:cNvSpPr>
          <p:nvPr>
            <p:ph type="title" idx="21"/>
          </p:nvPr>
        </p:nvSpPr>
        <p:spPr>
          <a:xfrm>
            <a:off x="1313187" y="3448500"/>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34" name="Google Shape;534;p52"/>
          <p:cNvSpPr txBox="1">
            <a:spLocks noGrp="1"/>
          </p:cNvSpPr>
          <p:nvPr>
            <p:ph type="title" idx="22"/>
          </p:nvPr>
        </p:nvSpPr>
        <p:spPr>
          <a:xfrm>
            <a:off x="2365953" y="3448500"/>
            <a:ext cx="943500" cy="416700"/>
          </a:xfrm>
          <a:prstGeom prst="rect">
            <a:avLst/>
          </a:pr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a:endParaRPr/>
          </a:p>
        </p:txBody>
      </p:sp>
      <p:sp>
        <p:nvSpPr>
          <p:cNvPr id="535" name="Google Shape;535;p52"/>
          <p:cNvSpPr txBox="1">
            <a:spLocks noGrp="1"/>
          </p:cNvSpPr>
          <p:nvPr>
            <p:ph type="title" idx="23"/>
          </p:nvPr>
        </p:nvSpPr>
        <p:spPr>
          <a:xfrm>
            <a:off x="216300" y="226194"/>
            <a:ext cx="4216200" cy="416700"/>
          </a:xfrm>
          <a:prstGeom prst="rect">
            <a:avLst/>
          </a:prstGeom>
        </p:spPr>
        <p:txBody>
          <a:bodyPr spcFirstLastPara="1" wrap="square" lIns="0" tIns="0" rIns="0" bIns="0" anchor="t" anchorCtr="0">
            <a:noAutofit/>
          </a:bodyPr>
          <a:lstStyle>
            <a:lvl1pPr lvl="0">
              <a:lnSpc>
                <a:spcPct val="80000"/>
              </a:lnSpc>
              <a:spcBef>
                <a:spcPts val="0"/>
              </a:spcBef>
              <a:spcAft>
                <a:spcPts val="0"/>
              </a:spcAft>
              <a:buClr>
                <a:schemeClr val="accent5"/>
              </a:buClr>
              <a:buSzPts val="3500"/>
              <a:buFont typeface="Space Grotesk"/>
              <a:buNone/>
              <a:defRPr sz="3500">
                <a:solidFill>
                  <a:schemeClr val="accent5"/>
                </a:solidFill>
                <a:latin typeface="Space Grotesk"/>
                <a:ea typeface="Space Grotesk"/>
                <a:cs typeface="Space Grotesk"/>
                <a:sym typeface="Space Grotesk"/>
              </a:defRPr>
            </a:lvl1pPr>
            <a:lvl2pPr lvl="1">
              <a:lnSpc>
                <a:spcPct val="80000"/>
              </a:lnSpc>
              <a:spcBef>
                <a:spcPts val="0"/>
              </a:spcBef>
              <a:spcAft>
                <a:spcPts val="0"/>
              </a:spcAft>
              <a:buClr>
                <a:schemeClr val="accent5"/>
              </a:buClr>
              <a:buSzPts val="3900"/>
              <a:buFont typeface="Space Grotesk Medium"/>
              <a:buNone/>
              <a:defRPr sz="3900">
                <a:solidFill>
                  <a:schemeClr val="accent5"/>
                </a:solidFill>
              </a:defRPr>
            </a:lvl2pPr>
            <a:lvl3pPr lvl="2">
              <a:lnSpc>
                <a:spcPct val="80000"/>
              </a:lnSpc>
              <a:spcBef>
                <a:spcPts val="0"/>
              </a:spcBef>
              <a:spcAft>
                <a:spcPts val="0"/>
              </a:spcAft>
              <a:buClr>
                <a:schemeClr val="accent5"/>
              </a:buClr>
              <a:buSzPts val="3900"/>
              <a:buFont typeface="Space Grotesk Medium"/>
              <a:buNone/>
              <a:defRPr sz="3900">
                <a:solidFill>
                  <a:schemeClr val="accent5"/>
                </a:solidFill>
              </a:defRPr>
            </a:lvl3pPr>
            <a:lvl4pPr lvl="3">
              <a:lnSpc>
                <a:spcPct val="80000"/>
              </a:lnSpc>
              <a:spcBef>
                <a:spcPts val="0"/>
              </a:spcBef>
              <a:spcAft>
                <a:spcPts val="0"/>
              </a:spcAft>
              <a:buClr>
                <a:schemeClr val="accent5"/>
              </a:buClr>
              <a:buSzPts val="3900"/>
              <a:buFont typeface="Space Grotesk Medium"/>
              <a:buNone/>
              <a:defRPr sz="3900">
                <a:solidFill>
                  <a:schemeClr val="accent5"/>
                </a:solidFill>
              </a:defRPr>
            </a:lvl4pPr>
            <a:lvl5pPr lvl="4">
              <a:lnSpc>
                <a:spcPct val="80000"/>
              </a:lnSpc>
              <a:spcBef>
                <a:spcPts val="0"/>
              </a:spcBef>
              <a:spcAft>
                <a:spcPts val="0"/>
              </a:spcAft>
              <a:buClr>
                <a:schemeClr val="accent5"/>
              </a:buClr>
              <a:buSzPts val="3900"/>
              <a:buFont typeface="Space Grotesk Medium"/>
              <a:buNone/>
              <a:defRPr sz="3900">
                <a:solidFill>
                  <a:schemeClr val="accent5"/>
                </a:solidFill>
              </a:defRPr>
            </a:lvl5pPr>
            <a:lvl6pPr lvl="5">
              <a:lnSpc>
                <a:spcPct val="80000"/>
              </a:lnSpc>
              <a:spcBef>
                <a:spcPts val="0"/>
              </a:spcBef>
              <a:spcAft>
                <a:spcPts val="0"/>
              </a:spcAft>
              <a:buClr>
                <a:schemeClr val="accent5"/>
              </a:buClr>
              <a:buSzPts val="3900"/>
              <a:buFont typeface="Space Grotesk Medium"/>
              <a:buNone/>
              <a:defRPr sz="3900">
                <a:solidFill>
                  <a:schemeClr val="accent5"/>
                </a:solidFill>
              </a:defRPr>
            </a:lvl6pPr>
            <a:lvl7pPr lvl="6">
              <a:lnSpc>
                <a:spcPct val="80000"/>
              </a:lnSpc>
              <a:spcBef>
                <a:spcPts val="0"/>
              </a:spcBef>
              <a:spcAft>
                <a:spcPts val="0"/>
              </a:spcAft>
              <a:buClr>
                <a:schemeClr val="accent5"/>
              </a:buClr>
              <a:buSzPts val="3900"/>
              <a:buFont typeface="Space Grotesk Medium"/>
              <a:buNone/>
              <a:defRPr sz="3900">
                <a:solidFill>
                  <a:schemeClr val="accent5"/>
                </a:solidFill>
              </a:defRPr>
            </a:lvl7pPr>
            <a:lvl8pPr lvl="7">
              <a:lnSpc>
                <a:spcPct val="80000"/>
              </a:lnSpc>
              <a:spcBef>
                <a:spcPts val="0"/>
              </a:spcBef>
              <a:spcAft>
                <a:spcPts val="0"/>
              </a:spcAft>
              <a:buClr>
                <a:schemeClr val="accent5"/>
              </a:buClr>
              <a:buSzPts val="3900"/>
              <a:buFont typeface="Space Grotesk Medium"/>
              <a:buNone/>
              <a:defRPr sz="3900">
                <a:solidFill>
                  <a:schemeClr val="accent5"/>
                </a:solidFill>
              </a:defRPr>
            </a:lvl8pPr>
            <a:lvl9pPr lvl="8">
              <a:lnSpc>
                <a:spcPct val="80000"/>
              </a:lnSpc>
              <a:spcBef>
                <a:spcPts val="0"/>
              </a:spcBef>
              <a:spcAft>
                <a:spcPts val="0"/>
              </a:spcAft>
              <a:buClr>
                <a:schemeClr val="accent5"/>
              </a:buClr>
              <a:buSzPts val="3900"/>
              <a:buFont typeface="Space Grotesk Medium"/>
              <a:buNone/>
              <a:defRPr sz="3900">
                <a:solidFill>
                  <a:schemeClr val="accent5"/>
                </a:solidFill>
              </a:defRPr>
            </a:lvl9pPr>
          </a:lstStyle>
          <a:p>
            <a:endParaRPr/>
          </a:p>
        </p:txBody>
      </p:sp>
    </p:spTree>
  </p:cSld>
  <p:clrMapOvr>
    <a:masterClrMapping/>
  </p:clrMapOvr>
  <p:extLst>
    <p:ext uri="{DCECCB84-F9BA-43D5-87BE-67443E8EF086}">
      <p15:sldGuideLst xmlns:p15="http://schemas.microsoft.com/office/powerpoint/2012/main">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Map">
  <p:cSld name="BLANK_1_1_1_1_1_1_1_1_1_1_1_1_1_1_1_1_2">
    <p:bg>
      <p:bgPr>
        <a:solidFill>
          <a:schemeClr val="dk1"/>
        </a:solidFill>
        <a:effectLst/>
      </p:bgPr>
    </p:bg>
    <p:spTree>
      <p:nvGrpSpPr>
        <p:cNvPr id="1" name="Shape 536"/>
        <p:cNvGrpSpPr/>
        <p:nvPr/>
      </p:nvGrpSpPr>
      <p:grpSpPr>
        <a:xfrm>
          <a:off x="0" y="0"/>
          <a:ext cx="0" cy="0"/>
          <a:chOff x="0" y="0"/>
          <a:chExt cx="0" cy="0"/>
        </a:xfrm>
      </p:grpSpPr>
      <p:sp>
        <p:nvSpPr>
          <p:cNvPr id="537" name="Google Shape;537;p53"/>
          <p:cNvSpPr txBox="1">
            <a:spLocks noGrp="1"/>
          </p:cNvSpPr>
          <p:nvPr>
            <p:ph type="title"/>
          </p:nvPr>
        </p:nvSpPr>
        <p:spPr>
          <a:xfrm>
            <a:off x="236975" y="4424350"/>
            <a:ext cx="4213800" cy="5421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2800"/>
              <a:buNone/>
              <a:defRPr sz="3500">
                <a:solidFill>
                  <a:schemeClr val="accent5"/>
                </a:solidFill>
              </a:defRPr>
            </a:lvl1pPr>
            <a:lvl2pPr lvl="1">
              <a:lnSpc>
                <a:spcPct val="115000"/>
              </a:lnSpc>
              <a:spcBef>
                <a:spcPts val="0"/>
              </a:spcBef>
              <a:spcAft>
                <a:spcPts val="0"/>
              </a:spcAft>
              <a:buSzPts val="2800"/>
              <a:buNone/>
              <a:defRPr sz="3900">
                <a:solidFill>
                  <a:schemeClr val="accent5"/>
                </a:solidFill>
              </a:defRPr>
            </a:lvl2pPr>
            <a:lvl3pPr lvl="2">
              <a:lnSpc>
                <a:spcPct val="115000"/>
              </a:lnSpc>
              <a:spcBef>
                <a:spcPts val="0"/>
              </a:spcBef>
              <a:spcAft>
                <a:spcPts val="0"/>
              </a:spcAft>
              <a:buSzPts val="2800"/>
              <a:buNone/>
              <a:defRPr sz="3900">
                <a:solidFill>
                  <a:schemeClr val="accent5"/>
                </a:solidFill>
              </a:defRPr>
            </a:lvl3pPr>
            <a:lvl4pPr lvl="3">
              <a:lnSpc>
                <a:spcPct val="115000"/>
              </a:lnSpc>
              <a:spcBef>
                <a:spcPts val="0"/>
              </a:spcBef>
              <a:spcAft>
                <a:spcPts val="0"/>
              </a:spcAft>
              <a:buSzPts val="2800"/>
              <a:buNone/>
              <a:defRPr sz="3900">
                <a:solidFill>
                  <a:schemeClr val="accent5"/>
                </a:solidFill>
              </a:defRPr>
            </a:lvl4pPr>
            <a:lvl5pPr lvl="4">
              <a:lnSpc>
                <a:spcPct val="115000"/>
              </a:lnSpc>
              <a:spcBef>
                <a:spcPts val="0"/>
              </a:spcBef>
              <a:spcAft>
                <a:spcPts val="0"/>
              </a:spcAft>
              <a:buSzPts val="2800"/>
              <a:buNone/>
              <a:defRPr sz="3900">
                <a:solidFill>
                  <a:schemeClr val="accent5"/>
                </a:solidFill>
              </a:defRPr>
            </a:lvl5pPr>
            <a:lvl6pPr lvl="5">
              <a:lnSpc>
                <a:spcPct val="115000"/>
              </a:lnSpc>
              <a:spcBef>
                <a:spcPts val="0"/>
              </a:spcBef>
              <a:spcAft>
                <a:spcPts val="0"/>
              </a:spcAft>
              <a:buSzPts val="2800"/>
              <a:buNone/>
              <a:defRPr sz="3900">
                <a:solidFill>
                  <a:schemeClr val="accent5"/>
                </a:solidFill>
              </a:defRPr>
            </a:lvl6pPr>
            <a:lvl7pPr lvl="6">
              <a:lnSpc>
                <a:spcPct val="115000"/>
              </a:lnSpc>
              <a:spcBef>
                <a:spcPts val="0"/>
              </a:spcBef>
              <a:spcAft>
                <a:spcPts val="0"/>
              </a:spcAft>
              <a:buSzPts val="2800"/>
              <a:buNone/>
              <a:defRPr sz="3900">
                <a:solidFill>
                  <a:schemeClr val="accent5"/>
                </a:solidFill>
              </a:defRPr>
            </a:lvl7pPr>
            <a:lvl8pPr lvl="7">
              <a:lnSpc>
                <a:spcPct val="115000"/>
              </a:lnSpc>
              <a:spcBef>
                <a:spcPts val="0"/>
              </a:spcBef>
              <a:spcAft>
                <a:spcPts val="0"/>
              </a:spcAft>
              <a:buSzPts val="2800"/>
              <a:buNone/>
              <a:defRPr sz="3900">
                <a:solidFill>
                  <a:schemeClr val="accent5"/>
                </a:solidFill>
              </a:defRPr>
            </a:lvl8pPr>
            <a:lvl9pPr lvl="8">
              <a:lnSpc>
                <a:spcPct val="115000"/>
              </a:lnSpc>
              <a:spcBef>
                <a:spcPts val="0"/>
              </a:spcBef>
              <a:spcAft>
                <a:spcPts val="0"/>
              </a:spcAft>
              <a:buSzPts val="2800"/>
              <a:buNone/>
              <a:defRPr sz="3900">
                <a:solidFill>
                  <a:schemeClr val="accent5"/>
                </a:solidFill>
              </a:defRPr>
            </a:lvl9pPr>
          </a:lstStyle>
          <a:p>
            <a:endParaRPr/>
          </a:p>
        </p:txBody>
      </p:sp>
      <p:sp>
        <p:nvSpPr>
          <p:cNvPr id="538" name="Google Shape;538;p53"/>
          <p:cNvSpPr txBox="1">
            <a:spLocks noGrp="1"/>
          </p:cNvSpPr>
          <p:nvPr>
            <p:ph type="subTitle" idx="1"/>
          </p:nvPr>
        </p:nvSpPr>
        <p:spPr>
          <a:xfrm>
            <a:off x="6248450" y="4424346"/>
            <a:ext cx="2847300" cy="4665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9pPr>
          </a:lstStyle>
          <a:p>
            <a:endParaRPr/>
          </a:p>
        </p:txBody>
      </p:sp>
      <p:sp>
        <p:nvSpPr>
          <p:cNvPr id="539" name="Google Shape;539;p53"/>
          <p:cNvSpPr txBox="1">
            <a:spLocks noGrp="1"/>
          </p:cNvSpPr>
          <p:nvPr>
            <p:ph type="subTitle" idx="2"/>
          </p:nvPr>
        </p:nvSpPr>
        <p:spPr>
          <a:xfrm>
            <a:off x="241825" y="2738350"/>
            <a:ext cx="1869600" cy="1603500"/>
          </a:xfrm>
          <a:prstGeom prst="rect">
            <a:avLst/>
          </a:prstGeom>
        </p:spPr>
        <p:txBody>
          <a:bodyPr spcFirstLastPara="1" wrap="square" lIns="0" tIns="0" rIns="0" bIns="0" anchor="b" anchorCtr="0">
            <a:normAutofit/>
          </a:bodyPr>
          <a:lstStyle>
            <a:lvl1pPr lvl="0">
              <a:lnSpc>
                <a:spcPct val="100000"/>
              </a:lnSpc>
              <a:spcBef>
                <a:spcPts val="0"/>
              </a:spcBef>
              <a:spcAft>
                <a:spcPts val="0"/>
              </a:spcAft>
              <a:buClr>
                <a:schemeClr val="lt2"/>
              </a:buClr>
              <a:buSzPts val="1000"/>
              <a:buFont typeface="Space Grotesk"/>
              <a:buNone/>
              <a:defRPr sz="1000">
                <a:solidFill>
                  <a:schemeClr val="lt2"/>
                </a:solidFill>
              </a:defRPr>
            </a:lvl1pPr>
            <a:lvl2pPr lvl="1">
              <a:lnSpc>
                <a:spcPct val="100000"/>
              </a:lnSpc>
              <a:spcBef>
                <a:spcPts val="0"/>
              </a:spcBef>
              <a:spcAft>
                <a:spcPts val="0"/>
              </a:spcAft>
              <a:buClr>
                <a:schemeClr val="lt2"/>
              </a:buClr>
              <a:buSzPts val="1000"/>
              <a:buFont typeface="Space Grotesk"/>
              <a:buNone/>
              <a:defRPr sz="1000">
                <a:solidFill>
                  <a:schemeClr val="lt2"/>
                </a:solidFill>
              </a:defRPr>
            </a:lvl2pPr>
            <a:lvl3pPr lvl="2">
              <a:lnSpc>
                <a:spcPct val="100000"/>
              </a:lnSpc>
              <a:spcBef>
                <a:spcPts val="0"/>
              </a:spcBef>
              <a:spcAft>
                <a:spcPts val="0"/>
              </a:spcAft>
              <a:buClr>
                <a:schemeClr val="lt2"/>
              </a:buClr>
              <a:buSzPts val="1000"/>
              <a:buFont typeface="Space Grotesk"/>
              <a:buNone/>
              <a:defRPr sz="1000">
                <a:solidFill>
                  <a:schemeClr val="lt2"/>
                </a:solidFill>
              </a:defRPr>
            </a:lvl3pPr>
            <a:lvl4pPr lvl="3">
              <a:lnSpc>
                <a:spcPct val="100000"/>
              </a:lnSpc>
              <a:spcBef>
                <a:spcPts val="0"/>
              </a:spcBef>
              <a:spcAft>
                <a:spcPts val="0"/>
              </a:spcAft>
              <a:buClr>
                <a:schemeClr val="lt2"/>
              </a:buClr>
              <a:buSzPts val="1000"/>
              <a:buFont typeface="Space Grotesk"/>
              <a:buNone/>
              <a:defRPr sz="1000">
                <a:solidFill>
                  <a:schemeClr val="lt2"/>
                </a:solidFill>
              </a:defRPr>
            </a:lvl4pPr>
            <a:lvl5pPr lvl="4">
              <a:lnSpc>
                <a:spcPct val="100000"/>
              </a:lnSpc>
              <a:spcBef>
                <a:spcPts val="0"/>
              </a:spcBef>
              <a:spcAft>
                <a:spcPts val="0"/>
              </a:spcAft>
              <a:buClr>
                <a:schemeClr val="lt2"/>
              </a:buClr>
              <a:buSzPts val="1000"/>
              <a:buFont typeface="Space Grotesk"/>
              <a:buNone/>
              <a:defRPr sz="1000">
                <a:solidFill>
                  <a:schemeClr val="lt2"/>
                </a:solidFill>
              </a:defRPr>
            </a:lvl5pPr>
            <a:lvl6pPr lvl="5">
              <a:lnSpc>
                <a:spcPct val="100000"/>
              </a:lnSpc>
              <a:spcBef>
                <a:spcPts val="0"/>
              </a:spcBef>
              <a:spcAft>
                <a:spcPts val="0"/>
              </a:spcAft>
              <a:buClr>
                <a:schemeClr val="lt2"/>
              </a:buClr>
              <a:buSzPts val="1000"/>
              <a:buFont typeface="Space Grotesk"/>
              <a:buNone/>
              <a:defRPr sz="1000">
                <a:solidFill>
                  <a:schemeClr val="lt2"/>
                </a:solidFill>
              </a:defRPr>
            </a:lvl6pPr>
            <a:lvl7pPr lvl="6">
              <a:lnSpc>
                <a:spcPct val="100000"/>
              </a:lnSpc>
              <a:spcBef>
                <a:spcPts val="0"/>
              </a:spcBef>
              <a:spcAft>
                <a:spcPts val="0"/>
              </a:spcAft>
              <a:buClr>
                <a:schemeClr val="lt2"/>
              </a:buClr>
              <a:buSzPts val="1000"/>
              <a:buFont typeface="Space Grotesk"/>
              <a:buNone/>
              <a:defRPr sz="1000">
                <a:solidFill>
                  <a:schemeClr val="lt2"/>
                </a:solidFill>
              </a:defRPr>
            </a:lvl7pPr>
            <a:lvl8pPr lvl="7">
              <a:lnSpc>
                <a:spcPct val="100000"/>
              </a:lnSpc>
              <a:spcBef>
                <a:spcPts val="0"/>
              </a:spcBef>
              <a:spcAft>
                <a:spcPts val="0"/>
              </a:spcAft>
              <a:buClr>
                <a:schemeClr val="lt2"/>
              </a:buClr>
              <a:buSzPts val="1000"/>
              <a:buFont typeface="Space Grotesk"/>
              <a:buNone/>
              <a:defRPr sz="1000">
                <a:solidFill>
                  <a:schemeClr val="lt2"/>
                </a:solidFill>
              </a:defRPr>
            </a:lvl8pPr>
            <a:lvl9pPr lvl="8">
              <a:lnSpc>
                <a:spcPct val="100000"/>
              </a:lnSpc>
              <a:spcBef>
                <a:spcPts val="0"/>
              </a:spcBef>
              <a:spcAft>
                <a:spcPts val="0"/>
              </a:spcAft>
              <a:buClr>
                <a:schemeClr val="lt2"/>
              </a:buClr>
              <a:buSzPts val="1000"/>
              <a:buFont typeface="Space Grotesk"/>
              <a:buNone/>
              <a:defRPr sz="1000">
                <a:solidFill>
                  <a:schemeClr val="lt2"/>
                </a:solidFill>
              </a:defRPr>
            </a:lvl9pPr>
          </a:lstStyle>
          <a:p>
            <a:endParaRPr/>
          </a:p>
        </p:txBody>
      </p:sp>
      <p:grpSp>
        <p:nvGrpSpPr>
          <p:cNvPr id="540" name="Google Shape;540;p53"/>
          <p:cNvGrpSpPr/>
          <p:nvPr/>
        </p:nvGrpSpPr>
        <p:grpSpPr>
          <a:xfrm>
            <a:off x="925470" y="348801"/>
            <a:ext cx="7293054" cy="3993059"/>
            <a:chOff x="238125" y="713000"/>
            <a:chExt cx="7143750" cy="4289000"/>
          </a:xfrm>
        </p:grpSpPr>
        <p:sp>
          <p:nvSpPr>
            <p:cNvPr id="541" name="Google Shape;541;p53"/>
            <p:cNvSpPr/>
            <p:nvPr/>
          </p:nvSpPr>
          <p:spPr>
            <a:xfrm>
              <a:off x="1952625" y="3233400"/>
              <a:ext cx="950200" cy="1768600"/>
            </a:xfrm>
            <a:custGeom>
              <a:avLst/>
              <a:gdLst/>
              <a:ahLst/>
              <a:cxnLst/>
              <a:rect l="l" t="t" r="r" b="b"/>
              <a:pathLst>
                <a:path w="38008" h="70744" extrusionOk="0">
                  <a:moveTo>
                    <a:pt x="0" y="0"/>
                  </a:moveTo>
                  <a:lnTo>
                    <a:pt x="0" y="3607"/>
                  </a:lnTo>
                  <a:lnTo>
                    <a:pt x="3718" y="3607"/>
                  </a:lnTo>
                  <a:lnTo>
                    <a:pt x="3718" y="11153"/>
                  </a:lnTo>
                  <a:lnTo>
                    <a:pt x="0" y="11153"/>
                  </a:lnTo>
                  <a:lnTo>
                    <a:pt x="0" y="18533"/>
                  </a:lnTo>
                  <a:lnTo>
                    <a:pt x="3773" y="18533"/>
                  </a:lnTo>
                  <a:lnTo>
                    <a:pt x="3773" y="25968"/>
                  </a:lnTo>
                  <a:lnTo>
                    <a:pt x="7602" y="25968"/>
                  </a:lnTo>
                  <a:lnTo>
                    <a:pt x="7602" y="29741"/>
                  </a:lnTo>
                  <a:lnTo>
                    <a:pt x="11375" y="29741"/>
                  </a:lnTo>
                  <a:lnTo>
                    <a:pt x="11375" y="33513"/>
                  </a:lnTo>
                  <a:lnTo>
                    <a:pt x="11375" y="37286"/>
                  </a:lnTo>
                  <a:lnTo>
                    <a:pt x="7602" y="37286"/>
                  </a:lnTo>
                  <a:lnTo>
                    <a:pt x="7602" y="70744"/>
                  </a:lnTo>
                  <a:lnTo>
                    <a:pt x="11375" y="70744"/>
                  </a:lnTo>
                  <a:lnTo>
                    <a:pt x="11375" y="63309"/>
                  </a:lnTo>
                  <a:lnTo>
                    <a:pt x="15203" y="63309"/>
                  </a:lnTo>
                  <a:lnTo>
                    <a:pt x="15203" y="52101"/>
                  </a:lnTo>
                  <a:lnTo>
                    <a:pt x="22805" y="52101"/>
                  </a:lnTo>
                  <a:lnTo>
                    <a:pt x="22805" y="44611"/>
                  </a:lnTo>
                  <a:lnTo>
                    <a:pt x="26578" y="44611"/>
                  </a:lnTo>
                  <a:lnTo>
                    <a:pt x="26578" y="33458"/>
                  </a:lnTo>
                  <a:lnTo>
                    <a:pt x="34235" y="33458"/>
                  </a:lnTo>
                  <a:lnTo>
                    <a:pt x="34235" y="22250"/>
                  </a:lnTo>
                  <a:lnTo>
                    <a:pt x="38008" y="22250"/>
                  </a:lnTo>
                  <a:lnTo>
                    <a:pt x="38008" y="14815"/>
                  </a:lnTo>
                  <a:lnTo>
                    <a:pt x="34235" y="14815"/>
                  </a:lnTo>
                  <a:lnTo>
                    <a:pt x="34235" y="11153"/>
                  </a:lnTo>
                  <a:lnTo>
                    <a:pt x="26578" y="11153"/>
                  </a:lnTo>
                  <a:lnTo>
                    <a:pt x="26578" y="7380"/>
                  </a:lnTo>
                  <a:lnTo>
                    <a:pt x="22749" y="7380"/>
                  </a:lnTo>
                  <a:lnTo>
                    <a:pt x="22749" y="3607"/>
                  </a:lnTo>
                  <a:lnTo>
                    <a:pt x="18976" y="3607"/>
                  </a:lnTo>
                  <a:lnTo>
                    <a:pt x="189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42" name="Google Shape;542;p53"/>
            <p:cNvSpPr/>
            <p:nvPr/>
          </p:nvSpPr>
          <p:spPr>
            <a:xfrm>
              <a:off x="5955875" y="3792400"/>
              <a:ext cx="756025" cy="835100"/>
            </a:xfrm>
            <a:custGeom>
              <a:avLst/>
              <a:gdLst/>
              <a:ahLst/>
              <a:cxnLst/>
              <a:rect l="l" t="t" r="r" b="b"/>
              <a:pathLst>
                <a:path w="30241" h="33404" extrusionOk="0">
                  <a:moveTo>
                    <a:pt x="11320" y="1"/>
                  </a:moveTo>
                  <a:lnTo>
                    <a:pt x="11320" y="3718"/>
                  </a:lnTo>
                  <a:lnTo>
                    <a:pt x="3719" y="3718"/>
                  </a:lnTo>
                  <a:lnTo>
                    <a:pt x="3719" y="7436"/>
                  </a:lnTo>
                  <a:lnTo>
                    <a:pt x="1" y="7436"/>
                  </a:lnTo>
                  <a:lnTo>
                    <a:pt x="1" y="25968"/>
                  </a:lnTo>
                  <a:lnTo>
                    <a:pt x="3663" y="25968"/>
                  </a:lnTo>
                  <a:lnTo>
                    <a:pt x="3663" y="22361"/>
                  </a:lnTo>
                  <a:lnTo>
                    <a:pt x="15149" y="22361"/>
                  </a:lnTo>
                  <a:lnTo>
                    <a:pt x="15149" y="26024"/>
                  </a:lnTo>
                  <a:lnTo>
                    <a:pt x="18922" y="26024"/>
                  </a:lnTo>
                  <a:lnTo>
                    <a:pt x="18922" y="29741"/>
                  </a:lnTo>
                  <a:lnTo>
                    <a:pt x="22750" y="29741"/>
                  </a:lnTo>
                  <a:lnTo>
                    <a:pt x="22750" y="33403"/>
                  </a:lnTo>
                  <a:lnTo>
                    <a:pt x="26579" y="33403"/>
                  </a:lnTo>
                  <a:lnTo>
                    <a:pt x="26579" y="22251"/>
                  </a:lnTo>
                  <a:lnTo>
                    <a:pt x="30241" y="22251"/>
                  </a:lnTo>
                  <a:lnTo>
                    <a:pt x="30241" y="11098"/>
                  </a:lnTo>
                  <a:lnTo>
                    <a:pt x="26523" y="11098"/>
                  </a:lnTo>
                  <a:lnTo>
                    <a:pt x="26523" y="7381"/>
                  </a:lnTo>
                  <a:lnTo>
                    <a:pt x="22695" y="7381"/>
                  </a:lnTo>
                  <a:lnTo>
                    <a:pt x="22695" y="1"/>
                  </a:lnTo>
                  <a:lnTo>
                    <a:pt x="18866" y="1"/>
                  </a:lnTo>
                  <a:lnTo>
                    <a:pt x="18866" y="3663"/>
                  </a:lnTo>
                  <a:lnTo>
                    <a:pt x="15093" y="3663"/>
                  </a:lnTo>
                  <a:lnTo>
                    <a:pt x="15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43" name="Google Shape;543;p53"/>
            <p:cNvSpPr/>
            <p:nvPr/>
          </p:nvSpPr>
          <p:spPr>
            <a:xfrm>
              <a:off x="5858775" y="3324950"/>
              <a:ext cx="283025" cy="277450"/>
            </a:xfrm>
            <a:custGeom>
              <a:avLst/>
              <a:gdLst/>
              <a:ahLst/>
              <a:cxnLst/>
              <a:rect l="l" t="t" r="r" b="b"/>
              <a:pathLst>
                <a:path w="11321" h="11098" extrusionOk="0">
                  <a:moveTo>
                    <a:pt x="3774" y="0"/>
                  </a:moveTo>
                  <a:lnTo>
                    <a:pt x="3774" y="3773"/>
                  </a:lnTo>
                  <a:lnTo>
                    <a:pt x="1" y="3773"/>
                  </a:lnTo>
                  <a:lnTo>
                    <a:pt x="1" y="11098"/>
                  </a:lnTo>
                  <a:lnTo>
                    <a:pt x="3774" y="11098"/>
                  </a:lnTo>
                  <a:lnTo>
                    <a:pt x="3774" y="7380"/>
                  </a:lnTo>
                  <a:lnTo>
                    <a:pt x="11320" y="7380"/>
                  </a:lnTo>
                  <a:lnTo>
                    <a:pt x="11320" y="3663"/>
                  </a:lnTo>
                  <a:lnTo>
                    <a:pt x="7492" y="3663"/>
                  </a:lnTo>
                  <a:lnTo>
                    <a:pt x="74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44" name="Google Shape;544;p53"/>
            <p:cNvSpPr/>
            <p:nvPr/>
          </p:nvSpPr>
          <p:spPr>
            <a:xfrm>
              <a:off x="1762575" y="2953200"/>
              <a:ext cx="187300" cy="274675"/>
            </a:xfrm>
            <a:custGeom>
              <a:avLst/>
              <a:gdLst/>
              <a:ahLst/>
              <a:cxnLst/>
              <a:rect l="l" t="t" r="r" b="b"/>
              <a:pathLst>
                <a:path w="7492" h="10987" extrusionOk="0">
                  <a:moveTo>
                    <a:pt x="0" y="0"/>
                  </a:moveTo>
                  <a:lnTo>
                    <a:pt x="0" y="7380"/>
                  </a:lnTo>
                  <a:lnTo>
                    <a:pt x="3774" y="7380"/>
                  </a:lnTo>
                  <a:lnTo>
                    <a:pt x="3774" y="10987"/>
                  </a:lnTo>
                  <a:lnTo>
                    <a:pt x="7491" y="10987"/>
                  </a:lnTo>
                  <a:lnTo>
                    <a:pt x="7491" y="3662"/>
                  </a:lnTo>
                  <a:lnTo>
                    <a:pt x="3718" y="3662"/>
                  </a:lnTo>
                  <a:lnTo>
                    <a:pt x="37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45" name="Google Shape;545;p53"/>
            <p:cNvSpPr/>
            <p:nvPr/>
          </p:nvSpPr>
          <p:spPr>
            <a:xfrm>
              <a:off x="6716050" y="1832400"/>
              <a:ext cx="187275" cy="277450"/>
            </a:xfrm>
            <a:custGeom>
              <a:avLst/>
              <a:gdLst/>
              <a:ahLst/>
              <a:cxnLst/>
              <a:rect l="l" t="t" r="r" b="b"/>
              <a:pathLst>
                <a:path w="7491" h="11098" extrusionOk="0">
                  <a:moveTo>
                    <a:pt x="3773" y="0"/>
                  </a:moveTo>
                  <a:lnTo>
                    <a:pt x="3773" y="3773"/>
                  </a:lnTo>
                  <a:lnTo>
                    <a:pt x="0" y="3773"/>
                  </a:lnTo>
                  <a:lnTo>
                    <a:pt x="0" y="11098"/>
                  </a:lnTo>
                  <a:lnTo>
                    <a:pt x="3718" y="11098"/>
                  </a:lnTo>
                  <a:lnTo>
                    <a:pt x="3718" y="7380"/>
                  </a:lnTo>
                  <a:lnTo>
                    <a:pt x="7491" y="7380"/>
                  </a:lnTo>
                  <a:lnTo>
                    <a:pt x="74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46" name="Google Shape;546;p53"/>
            <p:cNvSpPr/>
            <p:nvPr/>
          </p:nvSpPr>
          <p:spPr>
            <a:xfrm>
              <a:off x="4524375" y="3886725"/>
              <a:ext cx="91575" cy="274700"/>
            </a:xfrm>
            <a:custGeom>
              <a:avLst/>
              <a:gdLst/>
              <a:ahLst/>
              <a:cxnLst/>
              <a:rect l="l" t="t" r="r" b="b"/>
              <a:pathLst>
                <a:path w="3663" h="10988" extrusionOk="0">
                  <a:moveTo>
                    <a:pt x="0" y="1"/>
                  </a:moveTo>
                  <a:lnTo>
                    <a:pt x="0" y="10987"/>
                  </a:lnTo>
                  <a:lnTo>
                    <a:pt x="3662" y="10987"/>
                  </a:lnTo>
                  <a:lnTo>
                    <a:pt x="36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47" name="Google Shape;547;p53"/>
            <p:cNvSpPr/>
            <p:nvPr/>
          </p:nvSpPr>
          <p:spPr>
            <a:xfrm>
              <a:off x="5477325" y="807300"/>
              <a:ext cx="187300" cy="181750"/>
            </a:xfrm>
            <a:custGeom>
              <a:avLst/>
              <a:gdLst/>
              <a:ahLst/>
              <a:cxnLst/>
              <a:rect l="l" t="t" r="r" b="b"/>
              <a:pathLst>
                <a:path w="7492" h="7270" extrusionOk="0">
                  <a:moveTo>
                    <a:pt x="1" y="1"/>
                  </a:moveTo>
                  <a:lnTo>
                    <a:pt x="1" y="7270"/>
                  </a:lnTo>
                  <a:lnTo>
                    <a:pt x="7491" y="7270"/>
                  </a:lnTo>
                  <a:lnTo>
                    <a:pt x="7491" y="3608"/>
                  </a:lnTo>
                  <a:lnTo>
                    <a:pt x="3718" y="3608"/>
                  </a:lnTo>
                  <a:lnTo>
                    <a:pt x="37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48" name="Google Shape;548;p53"/>
            <p:cNvSpPr/>
            <p:nvPr/>
          </p:nvSpPr>
          <p:spPr>
            <a:xfrm>
              <a:off x="1951225" y="2765925"/>
              <a:ext cx="94350" cy="183150"/>
            </a:xfrm>
            <a:custGeom>
              <a:avLst/>
              <a:gdLst/>
              <a:ahLst/>
              <a:cxnLst/>
              <a:rect l="l" t="t" r="r" b="b"/>
              <a:pathLst>
                <a:path w="3774" h="7326" extrusionOk="0">
                  <a:moveTo>
                    <a:pt x="1" y="1"/>
                  </a:moveTo>
                  <a:lnTo>
                    <a:pt x="1" y="7325"/>
                  </a:lnTo>
                  <a:lnTo>
                    <a:pt x="3774" y="7325"/>
                  </a:lnTo>
                  <a:lnTo>
                    <a:pt x="3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49" name="Google Shape;549;p53"/>
            <p:cNvSpPr/>
            <p:nvPr/>
          </p:nvSpPr>
          <p:spPr>
            <a:xfrm>
              <a:off x="3859925" y="900250"/>
              <a:ext cx="91575" cy="183125"/>
            </a:xfrm>
            <a:custGeom>
              <a:avLst/>
              <a:gdLst/>
              <a:ahLst/>
              <a:cxnLst/>
              <a:rect l="l" t="t" r="r" b="b"/>
              <a:pathLst>
                <a:path w="3663" h="7325" extrusionOk="0">
                  <a:moveTo>
                    <a:pt x="0" y="0"/>
                  </a:moveTo>
                  <a:lnTo>
                    <a:pt x="0" y="7325"/>
                  </a:lnTo>
                  <a:lnTo>
                    <a:pt x="3552" y="7325"/>
                  </a:lnTo>
                  <a:lnTo>
                    <a:pt x="3607" y="6770"/>
                  </a:lnTo>
                  <a:lnTo>
                    <a:pt x="3663" y="5826"/>
                  </a:lnTo>
                  <a:lnTo>
                    <a:pt x="3663" y="3496"/>
                  </a:lnTo>
                  <a:lnTo>
                    <a:pt x="3607" y="1221"/>
                  </a:lnTo>
                  <a:lnTo>
                    <a:pt x="3552" y="389"/>
                  </a:lnTo>
                  <a:lnTo>
                    <a:pt x="34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0" name="Google Shape;550;p53"/>
            <p:cNvSpPr/>
            <p:nvPr/>
          </p:nvSpPr>
          <p:spPr>
            <a:xfrm>
              <a:off x="7097500" y="4444350"/>
              <a:ext cx="92950" cy="183150"/>
            </a:xfrm>
            <a:custGeom>
              <a:avLst/>
              <a:gdLst/>
              <a:ahLst/>
              <a:cxnLst/>
              <a:rect l="l" t="t" r="r" b="b"/>
              <a:pathLst>
                <a:path w="3718" h="7326" extrusionOk="0">
                  <a:moveTo>
                    <a:pt x="1" y="1"/>
                  </a:moveTo>
                  <a:lnTo>
                    <a:pt x="1" y="7325"/>
                  </a:lnTo>
                  <a:lnTo>
                    <a:pt x="3718" y="7325"/>
                  </a:lnTo>
                  <a:lnTo>
                    <a:pt x="3718" y="5494"/>
                  </a:lnTo>
                  <a:lnTo>
                    <a:pt x="3718" y="3663"/>
                  </a:lnTo>
                  <a:lnTo>
                    <a:pt x="3718" y="1832"/>
                  </a:lnTo>
                  <a:lnTo>
                    <a:pt x="36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1" name="Google Shape;551;p53"/>
            <p:cNvSpPr/>
            <p:nvPr/>
          </p:nvSpPr>
          <p:spPr>
            <a:xfrm>
              <a:off x="3477075" y="1832400"/>
              <a:ext cx="91575" cy="184525"/>
            </a:xfrm>
            <a:custGeom>
              <a:avLst/>
              <a:gdLst/>
              <a:ahLst/>
              <a:cxnLst/>
              <a:rect l="l" t="t" r="r" b="b"/>
              <a:pathLst>
                <a:path w="3663" h="7381" extrusionOk="0">
                  <a:moveTo>
                    <a:pt x="1" y="0"/>
                  </a:moveTo>
                  <a:lnTo>
                    <a:pt x="1" y="7380"/>
                  </a:lnTo>
                  <a:lnTo>
                    <a:pt x="3663" y="7380"/>
                  </a:lnTo>
                  <a:lnTo>
                    <a:pt x="36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2" name="Google Shape;552;p53"/>
            <p:cNvSpPr/>
            <p:nvPr/>
          </p:nvSpPr>
          <p:spPr>
            <a:xfrm>
              <a:off x="3191325" y="1553575"/>
              <a:ext cx="187300" cy="88825"/>
            </a:xfrm>
            <a:custGeom>
              <a:avLst/>
              <a:gdLst/>
              <a:ahLst/>
              <a:cxnLst/>
              <a:rect l="l" t="t" r="r" b="b"/>
              <a:pathLst>
                <a:path w="7492" h="3553" extrusionOk="0">
                  <a:moveTo>
                    <a:pt x="0" y="1"/>
                  </a:moveTo>
                  <a:lnTo>
                    <a:pt x="0" y="3552"/>
                  </a:lnTo>
                  <a:lnTo>
                    <a:pt x="7491" y="3552"/>
                  </a:lnTo>
                  <a:lnTo>
                    <a:pt x="74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3" name="Google Shape;553;p53"/>
            <p:cNvSpPr/>
            <p:nvPr/>
          </p:nvSpPr>
          <p:spPr>
            <a:xfrm>
              <a:off x="6430275" y="3605150"/>
              <a:ext cx="187300" cy="90200"/>
            </a:xfrm>
            <a:custGeom>
              <a:avLst/>
              <a:gdLst/>
              <a:ahLst/>
              <a:cxnLst/>
              <a:rect l="l" t="t" r="r" b="b"/>
              <a:pathLst>
                <a:path w="7492" h="3608" extrusionOk="0">
                  <a:moveTo>
                    <a:pt x="1" y="0"/>
                  </a:moveTo>
                  <a:lnTo>
                    <a:pt x="1" y="3607"/>
                  </a:lnTo>
                  <a:lnTo>
                    <a:pt x="7492" y="3607"/>
                  </a:lnTo>
                  <a:lnTo>
                    <a:pt x="74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4" name="Google Shape;554;p53"/>
            <p:cNvSpPr/>
            <p:nvPr/>
          </p:nvSpPr>
          <p:spPr>
            <a:xfrm>
              <a:off x="6240250" y="3513600"/>
              <a:ext cx="187300" cy="88800"/>
            </a:xfrm>
            <a:custGeom>
              <a:avLst/>
              <a:gdLst/>
              <a:ahLst/>
              <a:cxnLst/>
              <a:rect l="l" t="t" r="r" b="b"/>
              <a:pathLst>
                <a:path w="7492" h="3552" extrusionOk="0">
                  <a:moveTo>
                    <a:pt x="0" y="0"/>
                  </a:moveTo>
                  <a:lnTo>
                    <a:pt x="0" y="3552"/>
                  </a:lnTo>
                  <a:lnTo>
                    <a:pt x="7491" y="3552"/>
                  </a:lnTo>
                  <a:lnTo>
                    <a:pt x="74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5" name="Google Shape;555;p53"/>
            <p:cNvSpPr/>
            <p:nvPr/>
          </p:nvSpPr>
          <p:spPr>
            <a:xfrm>
              <a:off x="2142650" y="2953200"/>
              <a:ext cx="92975" cy="88800"/>
            </a:xfrm>
            <a:custGeom>
              <a:avLst/>
              <a:gdLst/>
              <a:ahLst/>
              <a:cxnLst/>
              <a:rect l="l" t="t" r="r" b="b"/>
              <a:pathLst>
                <a:path w="3719" h="3552" extrusionOk="0">
                  <a:moveTo>
                    <a:pt x="1" y="0"/>
                  </a:moveTo>
                  <a:lnTo>
                    <a:pt x="1" y="3552"/>
                  </a:lnTo>
                  <a:lnTo>
                    <a:pt x="3718" y="3552"/>
                  </a:lnTo>
                  <a:lnTo>
                    <a:pt x="37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6" name="Google Shape;556;p53"/>
            <p:cNvSpPr/>
            <p:nvPr/>
          </p:nvSpPr>
          <p:spPr>
            <a:xfrm>
              <a:off x="4048575" y="898875"/>
              <a:ext cx="92975" cy="90175"/>
            </a:xfrm>
            <a:custGeom>
              <a:avLst/>
              <a:gdLst/>
              <a:ahLst/>
              <a:cxnLst/>
              <a:rect l="l" t="t" r="r" b="b"/>
              <a:pathLst>
                <a:path w="3719" h="3607" extrusionOk="0">
                  <a:moveTo>
                    <a:pt x="1" y="0"/>
                  </a:moveTo>
                  <a:lnTo>
                    <a:pt x="1" y="3607"/>
                  </a:lnTo>
                  <a:lnTo>
                    <a:pt x="3718" y="3607"/>
                  </a:lnTo>
                  <a:lnTo>
                    <a:pt x="37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7" name="Google Shape;557;p53"/>
            <p:cNvSpPr/>
            <p:nvPr/>
          </p:nvSpPr>
          <p:spPr>
            <a:xfrm>
              <a:off x="5191575" y="3233400"/>
              <a:ext cx="92975" cy="88800"/>
            </a:xfrm>
            <a:custGeom>
              <a:avLst/>
              <a:gdLst/>
              <a:ahLst/>
              <a:cxnLst/>
              <a:rect l="l" t="t" r="r" b="b"/>
              <a:pathLst>
                <a:path w="3719" h="3552" extrusionOk="0">
                  <a:moveTo>
                    <a:pt x="1" y="0"/>
                  </a:moveTo>
                  <a:lnTo>
                    <a:pt x="1" y="3552"/>
                  </a:lnTo>
                  <a:lnTo>
                    <a:pt x="3718" y="3552"/>
                  </a:lnTo>
                  <a:lnTo>
                    <a:pt x="37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8" name="Google Shape;558;p53"/>
            <p:cNvSpPr/>
            <p:nvPr/>
          </p:nvSpPr>
          <p:spPr>
            <a:xfrm>
              <a:off x="7001800" y="4631625"/>
              <a:ext cx="91575" cy="90175"/>
            </a:xfrm>
            <a:custGeom>
              <a:avLst/>
              <a:gdLst/>
              <a:ahLst/>
              <a:cxnLst/>
              <a:rect l="l" t="t" r="r" b="b"/>
              <a:pathLst>
                <a:path w="3663" h="3607" extrusionOk="0">
                  <a:moveTo>
                    <a:pt x="0" y="0"/>
                  </a:moveTo>
                  <a:lnTo>
                    <a:pt x="0" y="3607"/>
                  </a:lnTo>
                  <a:lnTo>
                    <a:pt x="3662" y="3607"/>
                  </a:lnTo>
                  <a:lnTo>
                    <a:pt x="36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59" name="Google Shape;559;p53"/>
            <p:cNvSpPr/>
            <p:nvPr/>
          </p:nvSpPr>
          <p:spPr>
            <a:xfrm>
              <a:off x="5573025" y="3419275"/>
              <a:ext cx="91600" cy="88800"/>
            </a:xfrm>
            <a:custGeom>
              <a:avLst/>
              <a:gdLst/>
              <a:ahLst/>
              <a:cxnLst/>
              <a:rect l="l" t="t" r="r" b="b"/>
              <a:pathLst>
                <a:path w="3664" h="3552" extrusionOk="0">
                  <a:moveTo>
                    <a:pt x="1" y="0"/>
                  </a:moveTo>
                  <a:lnTo>
                    <a:pt x="1" y="3552"/>
                  </a:lnTo>
                  <a:lnTo>
                    <a:pt x="3663" y="3552"/>
                  </a:lnTo>
                  <a:lnTo>
                    <a:pt x="36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0" name="Google Shape;560;p53"/>
            <p:cNvSpPr/>
            <p:nvPr/>
          </p:nvSpPr>
          <p:spPr>
            <a:xfrm>
              <a:off x="6240250" y="2580050"/>
              <a:ext cx="92975" cy="88825"/>
            </a:xfrm>
            <a:custGeom>
              <a:avLst/>
              <a:gdLst/>
              <a:ahLst/>
              <a:cxnLst/>
              <a:rect l="l" t="t" r="r" b="b"/>
              <a:pathLst>
                <a:path w="3719" h="3553" extrusionOk="0">
                  <a:moveTo>
                    <a:pt x="0" y="1"/>
                  </a:moveTo>
                  <a:lnTo>
                    <a:pt x="0" y="3552"/>
                  </a:lnTo>
                  <a:lnTo>
                    <a:pt x="3718" y="3552"/>
                  </a:lnTo>
                  <a:lnTo>
                    <a:pt x="37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1" name="Google Shape;561;p53"/>
            <p:cNvSpPr/>
            <p:nvPr/>
          </p:nvSpPr>
          <p:spPr>
            <a:xfrm>
              <a:off x="3381375" y="2018275"/>
              <a:ext cx="91575" cy="90200"/>
            </a:xfrm>
            <a:custGeom>
              <a:avLst/>
              <a:gdLst/>
              <a:ahLst/>
              <a:cxnLst/>
              <a:rect l="l" t="t" r="r" b="b"/>
              <a:pathLst>
                <a:path w="3663" h="3608" extrusionOk="0">
                  <a:moveTo>
                    <a:pt x="0" y="1"/>
                  </a:moveTo>
                  <a:lnTo>
                    <a:pt x="0" y="3607"/>
                  </a:lnTo>
                  <a:lnTo>
                    <a:pt x="3662" y="3607"/>
                  </a:lnTo>
                  <a:lnTo>
                    <a:pt x="36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2" name="Google Shape;562;p53"/>
            <p:cNvSpPr/>
            <p:nvPr/>
          </p:nvSpPr>
          <p:spPr>
            <a:xfrm>
              <a:off x="1191075" y="993175"/>
              <a:ext cx="91575" cy="90200"/>
            </a:xfrm>
            <a:custGeom>
              <a:avLst/>
              <a:gdLst/>
              <a:ahLst/>
              <a:cxnLst/>
              <a:rect l="l" t="t" r="r" b="b"/>
              <a:pathLst>
                <a:path w="3663" h="3608" extrusionOk="0">
                  <a:moveTo>
                    <a:pt x="0" y="1"/>
                  </a:moveTo>
                  <a:lnTo>
                    <a:pt x="0" y="3608"/>
                  </a:lnTo>
                  <a:lnTo>
                    <a:pt x="3663" y="3608"/>
                  </a:lnTo>
                  <a:lnTo>
                    <a:pt x="36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3" name="Google Shape;563;p53"/>
            <p:cNvSpPr/>
            <p:nvPr/>
          </p:nvSpPr>
          <p:spPr>
            <a:xfrm>
              <a:off x="3572775" y="2019650"/>
              <a:ext cx="91600" cy="88825"/>
            </a:xfrm>
            <a:custGeom>
              <a:avLst/>
              <a:gdLst/>
              <a:ahLst/>
              <a:cxnLst/>
              <a:rect l="l" t="t" r="r" b="b"/>
              <a:pathLst>
                <a:path w="3664" h="3553" extrusionOk="0">
                  <a:moveTo>
                    <a:pt x="1" y="1"/>
                  </a:moveTo>
                  <a:lnTo>
                    <a:pt x="1" y="3552"/>
                  </a:lnTo>
                  <a:lnTo>
                    <a:pt x="3663" y="3552"/>
                  </a:lnTo>
                  <a:lnTo>
                    <a:pt x="36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4" name="Google Shape;564;p53"/>
            <p:cNvSpPr/>
            <p:nvPr/>
          </p:nvSpPr>
          <p:spPr>
            <a:xfrm>
              <a:off x="6908850" y="3976900"/>
              <a:ext cx="88800" cy="92950"/>
            </a:xfrm>
            <a:custGeom>
              <a:avLst/>
              <a:gdLst/>
              <a:ahLst/>
              <a:cxnLst/>
              <a:rect l="l" t="t" r="r" b="b"/>
              <a:pathLst>
                <a:path w="3552" h="3718" extrusionOk="0">
                  <a:moveTo>
                    <a:pt x="833" y="1"/>
                  </a:moveTo>
                  <a:lnTo>
                    <a:pt x="0" y="56"/>
                  </a:lnTo>
                  <a:lnTo>
                    <a:pt x="0" y="3718"/>
                  </a:lnTo>
                  <a:lnTo>
                    <a:pt x="3552" y="3718"/>
                  </a:lnTo>
                  <a:lnTo>
                    <a:pt x="3552" y="56"/>
                  </a:lnTo>
                  <a:lnTo>
                    <a:pt x="17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5" name="Google Shape;565;p53"/>
            <p:cNvSpPr/>
            <p:nvPr/>
          </p:nvSpPr>
          <p:spPr>
            <a:xfrm>
              <a:off x="4811500" y="1086125"/>
              <a:ext cx="91575" cy="90200"/>
            </a:xfrm>
            <a:custGeom>
              <a:avLst/>
              <a:gdLst/>
              <a:ahLst/>
              <a:cxnLst/>
              <a:rect l="l" t="t" r="r" b="b"/>
              <a:pathLst>
                <a:path w="3663" h="3608" extrusionOk="0">
                  <a:moveTo>
                    <a:pt x="0" y="1"/>
                  </a:moveTo>
                  <a:lnTo>
                    <a:pt x="0" y="3607"/>
                  </a:lnTo>
                  <a:lnTo>
                    <a:pt x="3663" y="3607"/>
                  </a:lnTo>
                  <a:lnTo>
                    <a:pt x="36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6" name="Google Shape;566;p53"/>
            <p:cNvSpPr/>
            <p:nvPr/>
          </p:nvSpPr>
          <p:spPr>
            <a:xfrm>
              <a:off x="5668750" y="3512200"/>
              <a:ext cx="90200" cy="90200"/>
            </a:xfrm>
            <a:custGeom>
              <a:avLst/>
              <a:gdLst/>
              <a:ahLst/>
              <a:cxnLst/>
              <a:rect l="l" t="t" r="r" b="b"/>
              <a:pathLst>
                <a:path w="3608" h="3608" extrusionOk="0">
                  <a:moveTo>
                    <a:pt x="0" y="1"/>
                  </a:moveTo>
                  <a:lnTo>
                    <a:pt x="0" y="3608"/>
                  </a:lnTo>
                  <a:lnTo>
                    <a:pt x="3607" y="3608"/>
                  </a:lnTo>
                  <a:lnTo>
                    <a:pt x="36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7" name="Google Shape;567;p53"/>
            <p:cNvSpPr/>
            <p:nvPr/>
          </p:nvSpPr>
          <p:spPr>
            <a:xfrm>
              <a:off x="5761700" y="3605150"/>
              <a:ext cx="92950" cy="88800"/>
            </a:xfrm>
            <a:custGeom>
              <a:avLst/>
              <a:gdLst/>
              <a:ahLst/>
              <a:cxnLst/>
              <a:rect l="l" t="t" r="r" b="b"/>
              <a:pathLst>
                <a:path w="3718" h="3552" extrusionOk="0">
                  <a:moveTo>
                    <a:pt x="56" y="0"/>
                  </a:moveTo>
                  <a:lnTo>
                    <a:pt x="0" y="1776"/>
                  </a:lnTo>
                  <a:lnTo>
                    <a:pt x="56" y="3552"/>
                  </a:lnTo>
                  <a:lnTo>
                    <a:pt x="3718" y="3552"/>
                  </a:lnTo>
                  <a:lnTo>
                    <a:pt x="37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8" name="Google Shape;568;p53"/>
            <p:cNvSpPr/>
            <p:nvPr/>
          </p:nvSpPr>
          <p:spPr>
            <a:xfrm>
              <a:off x="4717175" y="805925"/>
              <a:ext cx="90200" cy="91575"/>
            </a:xfrm>
            <a:custGeom>
              <a:avLst/>
              <a:gdLst/>
              <a:ahLst/>
              <a:cxnLst/>
              <a:rect l="l" t="t" r="r" b="b"/>
              <a:pathLst>
                <a:path w="3608" h="3663" extrusionOk="0">
                  <a:moveTo>
                    <a:pt x="0" y="1"/>
                  </a:moveTo>
                  <a:lnTo>
                    <a:pt x="0" y="3663"/>
                  </a:lnTo>
                  <a:lnTo>
                    <a:pt x="3607" y="3663"/>
                  </a:lnTo>
                  <a:lnTo>
                    <a:pt x="36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69" name="Google Shape;569;p53"/>
            <p:cNvSpPr/>
            <p:nvPr/>
          </p:nvSpPr>
          <p:spPr>
            <a:xfrm>
              <a:off x="4715775" y="1180450"/>
              <a:ext cx="90200" cy="88800"/>
            </a:xfrm>
            <a:custGeom>
              <a:avLst/>
              <a:gdLst/>
              <a:ahLst/>
              <a:cxnLst/>
              <a:rect l="l" t="t" r="r" b="b"/>
              <a:pathLst>
                <a:path w="3608" h="3552" extrusionOk="0">
                  <a:moveTo>
                    <a:pt x="1" y="0"/>
                  </a:moveTo>
                  <a:lnTo>
                    <a:pt x="1" y="3552"/>
                  </a:lnTo>
                  <a:lnTo>
                    <a:pt x="3608" y="3552"/>
                  </a:lnTo>
                  <a:lnTo>
                    <a:pt x="36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70" name="Google Shape;570;p53"/>
            <p:cNvSpPr/>
            <p:nvPr/>
          </p:nvSpPr>
          <p:spPr>
            <a:xfrm>
              <a:off x="4618700" y="1273375"/>
              <a:ext cx="94350" cy="90200"/>
            </a:xfrm>
            <a:custGeom>
              <a:avLst/>
              <a:gdLst/>
              <a:ahLst/>
              <a:cxnLst/>
              <a:rect l="l" t="t" r="r" b="b"/>
              <a:pathLst>
                <a:path w="3774" h="3608" extrusionOk="0">
                  <a:moveTo>
                    <a:pt x="0" y="1"/>
                  </a:moveTo>
                  <a:lnTo>
                    <a:pt x="0" y="3608"/>
                  </a:lnTo>
                  <a:lnTo>
                    <a:pt x="3773" y="3608"/>
                  </a:lnTo>
                  <a:lnTo>
                    <a:pt x="3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71" name="Google Shape;571;p53"/>
            <p:cNvSpPr/>
            <p:nvPr/>
          </p:nvSpPr>
          <p:spPr>
            <a:xfrm>
              <a:off x="238125" y="713000"/>
              <a:ext cx="3140500" cy="2329000"/>
            </a:xfrm>
            <a:custGeom>
              <a:avLst/>
              <a:gdLst/>
              <a:ahLst/>
              <a:cxnLst/>
              <a:rect l="l" t="t" r="r" b="b"/>
              <a:pathLst>
                <a:path w="125620" h="93160" extrusionOk="0">
                  <a:moveTo>
                    <a:pt x="64696" y="18643"/>
                  </a:moveTo>
                  <a:lnTo>
                    <a:pt x="64696" y="22305"/>
                  </a:lnTo>
                  <a:lnTo>
                    <a:pt x="60923" y="22305"/>
                  </a:lnTo>
                  <a:lnTo>
                    <a:pt x="60923" y="18643"/>
                  </a:lnTo>
                  <a:close/>
                  <a:moveTo>
                    <a:pt x="64696" y="26133"/>
                  </a:moveTo>
                  <a:lnTo>
                    <a:pt x="64696" y="29796"/>
                  </a:lnTo>
                  <a:lnTo>
                    <a:pt x="60923" y="29796"/>
                  </a:lnTo>
                  <a:lnTo>
                    <a:pt x="60923" y="26133"/>
                  </a:lnTo>
                  <a:close/>
                  <a:moveTo>
                    <a:pt x="68525" y="0"/>
                  </a:moveTo>
                  <a:lnTo>
                    <a:pt x="68525" y="3718"/>
                  </a:lnTo>
                  <a:lnTo>
                    <a:pt x="57150" y="3718"/>
                  </a:lnTo>
                  <a:lnTo>
                    <a:pt x="57150" y="11097"/>
                  </a:lnTo>
                  <a:lnTo>
                    <a:pt x="64696" y="11097"/>
                  </a:lnTo>
                  <a:lnTo>
                    <a:pt x="64696" y="14926"/>
                  </a:lnTo>
                  <a:lnTo>
                    <a:pt x="53377" y="14926"/>
                  </a:lnTo>
                  <a:lnTo>
                    <a:pt x="53377" y="26078"/>
                  </a:lnTo>
                  <a:lnTo>
                    <a:pt x="57095" y="26078"/>
                  </a:lnTo>
                  <a:lnTo>
                    <a:pt x="57095" y="29796"/>
                  </a:lnTo>
                  <a:lnTo>
                    <a:pt x="53211" y="29796"/>
                  </a:lnTo>
                  <a:lnTo>
                    <a:pt x="53211" y="26078"/>
                  </a:lnTo>
                  <a:lnTo>
                    <a:pt x="49438" y="26078"/>
                  </a:lnTo>
                  <a:lnTo>
                    <a:pt x="49438" y="22416"/>
                  </a:lnTo>
                  <a:lnTo>
                    <a:pt x="41836" y="22416"/>
                  </a:lnTo>
                  <a:lnTo>
                    <a:pt x="41836" y="29740"/>
                  </a:lnTo>
                  <a:lnTo>
                    <a:pt x="38063" y="29740"/>
                  </a:lnTo>
                  <a:lnTo>
                    <a:pt x="38063" y="22250"/>
                  </a:lnTo>
                  <a:lnTo>
                    <a:pt x="41781" y="22250"/>
                  </a:lnTo>
                  <a:lnTo>
                    <a:pt x="41781" y="18698"/>
                  </a:lnTo>
                  <a:lnTo>
                    <a:pt x="34179" y="18698"/>
                  </a:lnTo>
                  <a:lnTo>
                    <a:pt x="34179" y="26133"/>
                  </a:lnTo>
                  <a:lnTo>
                    <a:pt x="26578" y="26133"/>
                  </a:lnTo>
                  <a:lnTo>
                    <a:pt x="26578" y="29796"/>
                  </a:lnTo>
                  <a:lnTo>
                    <a:pt x="22749" y="29796"/>
                  </a:lnTo>
                  <a:lnTo>
                    <a:pt x="22749" y="26133"/>
                  </a:lnTo>
                  <a:lnTo>
                    <a:pt x="3773" y="26133"/>
                  </a:lnTo>
                  <a:lnTo>
                    <a:pt x="3773" y="33569"/>
                  </a:lnTo>
                  <a:lnTo>
                    <a:pt x="0" y="33569"/>
                  </a:lnTo>
                  <a:lnTo>
                    <a:pt x="0" y="44776"/>
                  </a:lnTo>
                  <a:lnTo>
                    <a:pt x="7602" y="44776"/>
                  </a:lnTo>
                  <a:lnTo>
                    <a:pt x="7602" y="48383"/>
                  </a:lnTo>
                  <a:lnTo>
                    <a:pt x="11319" y="48383"/>
                  </a:lnTo>
                  <a:lnTo>
                    <a:pt x="11319" y="44721"/>
                  </a:lnTo>
                  <a:lnTo>
                    <a:pt x="15148" y="44721"/>
                  </a:lnTo>
                  <a:lnTo>
                    <a:pt x="15148" y="41004"/>
                  </a:lnTo>
                  <a:lnTo>
                    <a:pt x="19032" y="41004"/>
                  </a:lnTo>
                  <a:lnTo>
                    <a:pt x="19032" y="44721"/>
                  </a:lnTo>
                  <a:lnTo>
                    <a:pt x="26633" y="44721"/>
                  </a:lnTo>
                  <a:lnTo>
                    <a:pt x="26633" y="52212"/>
                  </a:lnTo>
                  <a:lnTo>
                    <a:pt x="30462" y="52212"/>
                  </a:lnTo>
                  <a:lnTo>
                    <a:pt x="30462" y="55929"/>
                  </a:lnTo>
                  <a:lnTo>
                    <a:pt x="34235" y="55929"/>
                  </a:lnTo>
                  <a:lnTo>
                    <a:pt x="34235" y="60978"/>
                  </a:lnTo>
                  <a:lnTo>
                    <a:pt x="34235" y="65861"/>
                  </a:lnTo>
                  <a:lnTo>
                    <a:pt x="34235" y="68358"/>
                  </a:lnTo>
                  <a:lnTo>
                    <a:pt x="34235" y="70855"/>
                  </a:lnTo>
                  <a:lnTo>
                    <a:pt x="38008" y="70855"/>
                  </a:lnTo>
                  <a:lnTo>
                    <a:pt x="38008" y="74627"/>
                  </a:lnTo>
                  <a:lnTo>
                    <a:pt x="38063" y="78290"/>
                  </a:lnTo>
                  <a:lnTo>
                    <a:pt x="41892" y="78290"/>
                  </a:lnTo>
                  <a:lnTo>
                    <a:pt x="41892" y="85780"/>
                  </a:lnTo>
                  <a:lnTo>
                    <a:pt x="49548" y="85780"/>
                  </a:lnTo>
                  <a:lnTo>
                    <a:pt x="49548" y="93160"/>
                  </a:lnTo>
                  <a:lnTo>
                    <a:pt x="57095" y="93160"/>
                  </a:lnTo>
                  <a:lnTo>
                    <a:pt x="57095" y="82007"/>
                  </a:lnTo>
                  <a:lnTo>
                    <a:pt x="58759" y="82007"/>
                  </a:lnTo>
                  <a:lnTo>
                    <a:pt x="68525" y="82118"/>
                  </a:lnTo>
                  <a:lnTo>
                    <a:pt x="68525" y="78290"/>
                  </a:lnTo>
                  <a:lnTo>
                    <a:pt x="72353" y="78290"/>
                  </a:lnTo>
                  <a:lnTo>
                    <a:pt x="72353" y="74517"/>
                  </a:lnTo>
                  <a:lnTo>
                    <a:pt x="76182" y="74517"/>
                  </a:lnTo>
                  <a:lnTo>
                    <a:pt x="76182" y="67082"/>
                  </a:lnTo>
                  <a:lnTo>
                    <a:pt x="79955" y="67082"/>
                  </a:lnTo>
                  <a:lnTo>
                    <a:pt x="79955" y="63364"/>
                  </a:lnTo>
                  <a:lnTo>
                    <a:pt x="83672" y="63364"/>
                  </a:lnTo>
                  <a:lnTo>
                    <a:pt x="83672" y="59647"/>
                  </a:lnTo>
                  <a:lnTo>
                    <a:pt x="79955" y="59647"/>
                  </a:lnTo>
                  <a:lnTo>
                    <a:pt x="79955" y="55929"/>
                  </a:lnTo>
                  <a:lnTo>
                    <a:pt x="87612" y="55929"/>
                  </a:lnTo>
                  <a:lnTo>
                    <a:pt x="87612" y="59591"/>
                  </a:lnTo>
                  <a:lnTo>
                    <a:pt x="91274" y="59591"/>
                  </a:lnTo>
                  <a:lnTo>
                    <a:pt x="91274" y="52212"/>
                  </a:lnTo>
                  <a:lnTo>
                    <a:pt x="87501" y="52212"/>
                  </a:lnTo>
                  <a:lnTo>
                    <a:pt x="87501" y="44776"/>
                  </a:lnTo>
                  <a:lnTo>
                    <a:pt x="79899" y="44776"/>
                  </a:lnTo>
                  <a:lnTo>
                    <a:pt x="79899" y="41059"/>
                  </a:lnTo>
                  <a:lnTo>
                    <a:pt x="72298" y="41059"/>
                  </a:lnTo>
                  <a:lnTo>
                    <a:pt x="72298" y="55929"/>
                  </a:lnTo>
                  <a:lnTo>
                    <a:pt x="68525" y="55929"/>
                  </a:lnTo>
                  <a:lnTo>
                    <a:pt x="68525" y="48494"/>
                  </a:lnTo>
                  <a:lnTo>
                    <a:pt x="60812" y="48494"/>
                  </a:lnTo>
                  <a:lnTo>
                    <a:pt x="60812" y="44721"/>
                  </a:lnTo>
                  <a:lnTo>
                    <a:pt x="57095" y="44721"/>
                  </a:lnTo>
                  <a:lnTo>
                    <a:pt x="57095" y="40948"/>
                  </a:lnTo>
                  <a:lnTo>
                    <a:pt x="60868" y="40948"/>
                  </a:lnTo>
                  <a:lnTo>
                    <a:pt x="60868" y="37231"/>
                  </a:lnTo>
                  <a:lnTo>
                    <a:pt x="68525" y="37231"/>
                  </a:lnTo>
                  <a:lnTo>
                    <a:pt x="68525" y="26133"/>
                  </a:lnTo>
                  <a:lnTo>
                    <a:pt x="72353" y="26133"/>
                  </a:lnTo>
                  <a:lnTo>
                    <a:pt x="72353" y="37231"/>
                  </a:lnTo>
                  <a:lnTo>
                    <a:pt x="79955" y="37231"/>
                  </a:lnTo>
                  <a:lnTo>
                    <a:pt x="79955" y="40893"/>
                  </a:lnTo>
                  <a:lnTo>
                    <a:pt x="83672" y="40893"/>
                  </a:lnTo>
                  <a:lnTo>
                    <a:pt x="83672" y="29796"/>
                  </a:lnTo>
                  <a:lnTo>
                    <a:pt x="79899" y="29796"/>
                  </a:lnTo>
                  <a:lnTo>
                    <a:pt x="79899" y="26078"/>
                  </a:lnTo>
                  <a:lnTo>
                    <a:pt x="76126" y="26078"/>
                  </a:lnTo>
                  <a:lnTo>
                    <a:pt x="76126" y="22361"/>
                  </a:lnTo>
                  <a:lnTo>
                    <a:pt x="72408" y="22361"/>
                  </a:lnTo>
                  <a:lnTo>
                    <a:pt x="72408" y="11097"/>
                  </a:lnTo>
                  <a:lnTo>
                    <a:pt x="76182" y="11097"/>
                  </a:lnTo>
                  <a:lnTo>
                    <a:pt x="76182" y="7490"/>
                  </a:lnTo>
                  <a:lnTo>
                    <a:pt x="83728" y="7490"/>
                  </a:lnTo>
                  <a:lnTo>
                    <a:pt x="83728" y="11153"/>
                  </a:lnTo>
                  <a:lnTo>
                    <a:pt x="79955" y="11153"/>
                  </a:lnTo>
                  <a:lnTo>
                    <a:pt x="79955" y="13039"/>
                  </a:lnTo>
                  <a:lnTo>
                    <a:pt x="80010" y="14870"/>
                  </a:lnTo>
                  <a:lnTo>
                    <a:pt x="87612" y="14870"/>
                  </a:lnTo>
                  <a:lnTo>
                    <a:pt x="87612" y="18588"/>
                  </a:lnTo>
                  <a:lnTo>
                    <a:pt x="91440" y="18588"/>
                  </a:lnTo>
                  <a:lnTo>
                    <a:pt x="91440" y="37231"/>
                  </a:lnTo>
                  <a:lnTo>
                    <a:pt x="95268" y="37231"/>
                  </a:lnTo>
                  <a:lnTo>
                    <a:pt x="95268" y="40948"/>
                  </a:lnTo>
                  <a:lnTo>
                    <a:pt x="102815" y="40948"/>
                  </a:lnTo>
                  <a:lnTo>
                    <a:pt x="102815" y="33513"/>
                  </a:lnTo>
                  <a:lnTo>
                    <a:pt x="106643" y="33513"/>
                  </a:lnTo>
                  <a:lnTo>
                    <a:pt x="106643" y="29740"/>
                  </a:lnTo>
                  <a:lnTo>
                    <a:pt x="114245" y="29740"/>
                  </a:lnTo>
                  <a:lnTo>
                    <a:pt x="114245" y="26023"/>
                  </a:lnTo>
                  <a:lnTo>
                    <a:pt x="118073" y="26023"/>
                  </a:lnTo>
                  <a:lnTo>
                    <a:pt x="118073" y="18532"/>
                  </a:lnTo>
                  <a:lnTo>
                    <a:pt x="121902" y="18532"/>
                  </a:lnTo>
                  <a:lnTo>
                    <a:pt x="121902" y="7380"/>
                  </a:lnTo>
                  <a:lnTo>
                    <a:pt x="125619" y="7380"/>
                  </a:lnTo>
                  <a:lnTo>
                    <a:pt x="125619" y="3718"/>
                  </a:lnTo>
                  <a:lnTo>
                    <a:pt x="118018" y="3718"/>
                  </a:lnTo>
                  <a:lnTo>
                    <a:pt x="118018" y="55"/>
                  </a:lnTo>
                  <a:lnTo>
                    <a:pt x="95213" y="55"/>
                  </a:lnTo>
                  <a:lnTo>
                    <a:pt x="95213" y="3662"/>
                  </a:lnTo>
                  <a:lnTo>
                    <a:pt x="83728" y="3662"/>
                  </a:lnTo>
                  <a:lnTo>
                    <a:pt x="837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72" name="Google Shape;572;p53"/>
            <p:cNvSpPr/>
            <p:nvPr/>
          </p:nvSpPr>
          <p:spPr>
            <a:xfrm>
              <a:off x="1951225" y="2765925"/>
              <a:ext cx="25" cy="25"/>
            </a:xfrm>
            <a:custGeom>
              <a:avLst/>
              <a:gdLst/>
              <a:ahLst/>
              <a:cxnLst/>
              <a:rect l="l" t="t" r="r" b="b"/>
              <a:pathLst>
                <a:path w="1" h="1" extrusionOk="0">
                  <a:moveTo>
                    <a:pt x="1" y="1"/>
                  </a:moveTo>
                  <a:lnTo>
                    <a:pt x="1" y="1"/>
                  </a:lnTo>
                  <a:lnTo>
                    <a:pt x="1" y="1"/>
                  </a:lnTo>
                  <a:lnTo>
                    <a:pt x="1" y="1"/>
                  </a:ln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73" name="Google Shape;573;p53"/>
            <p:cNvSpPr/>
            <p:nvPr/>
          </p:nvSpPr>
          <p:spPr>
            <a:xfrm>
              <a:off x="3285650" y="993175"/>
              <a:ext cx="4096225" cy="3448450"/>
            </a:xfrm>
            <a:custGeom>
              <a:avLst/>
              <a:gdLst/>
              <a:ahLst/>
              <a:cxnLst/>
              <a:rect l="l" t="t" r="r" b="b"/>
              <a:pathLst>
                <a:path w="163849" h="137938" extrusionOk="0">
                  <a:moveTo>
                    <a:pt x="102815" y="7436"/>
                  </a:moveTo>
                  <a:lnTo>
                    <a:pt x="102815" y="11098"/>
                  </a:lnTo>
                  <a:lnTo>
                    <a:pt x="99042" y="11098"/>
                  </a:lnTo>
                  <a:lnTo>
                    <a:pt x="99042" y="7436"/>
                  </a:lnTo>
                  <a:close/>
                  <a:moveTo>
                    <a:pt x="45610" y="22306"/>
                  </a:moveTo>
                  <a:lnTo>
                    <a:pt x="45610" y="26024"/>
                  </a:lnTo>
                  <a:lnTo>
                    <a:pt x="41948" y="26024"/>
                  </a:lnTo>
                  <a:lnTo>
                    <a:pt x="41948" y="22306"/>
                  </a:lnTo>
                  <a:close/>
                  <a:moveTo>
                    <a:pt x="45665" y="52212"/>
                  </a:moveTo>
                  <a:lnTo>
                    <a:pt x="45665" y="55875"/>
                  </a:lnTo>
                  <a:lnTo>
                    <a:pt x="38119" y="55875"/>
                  </a:lnTo>
                  <a:lnTo>
                    <a:pt x="38119" y="52212"/>
                  </a:lnTo>
                  <a:close/>
                  <a:moveTo>
                    <a:pt x="56929" y="55930"/>
                  </a:moveTo>
                  <a:lnTo>
                    <a:pt x="56929" y="63365"/>
                  </a:lnTo>
                  <a:lnTo>
                    <a:pt x="53322" y="63365"/>
                  </a:lnTo>
                  <a:lnTo>
                    <a:pt x="53322" y="55930"/>
                  </a:lnTo>
                  <a:close/>
                  <a:moveTo>
                    <a:pt x="26634" y="52212"/>
                  </a:moveTo>
                  <a:lnTo>
                    <a:pt x="26634" y="55930"/>
                  </a:lnTo>
                  <a:lnTo>
                    <a:pt x="22916" y="55930"/>
                  </a:lnTo>
                  <a:lnTo>
                    <a:pt x="22916" y="63310"/>
                  </a:lnTo>
                  <a:lnTo>
                    <a:pt x="26634" y="63310"/>
                  </a:lnTo>
                  <a:lnTo>
                    <a:pt x="26634" y="59703"/>
                  </a:lnTo>
                  <a:lnTo>
                    <a:pt x="34291" y="59703"/>
                  </a:lnTo>
                  <a:lnTo>
                    <a:pt x="34291" y="63365"/>
                  </a:lnTo>
                  <a:lnTo>
                    <a:pt x="41837" y="63365"/>
                  </a:lnTo>
                  <a:lnTo>
                    <a:pt x="41837" y="67083"/>
                  </a:lnTo>
                  <a:lnTo>
                    <a:pt x="30518" y="67083"/>
                  </a:lnTo>
                  <a:lnTo>
                    <a:pt x="30518" y="70800"/>
                  </a:lnTo>
                  <a:lnTo>
                    <a:pt x="26634" y="70800"/>
                  </a:lnTo>
                  <a:lnTo>
                    <a:pt x="26634" y="67138"/>
                  </a:lnTo>
                  <a:lnTo>
                    <a:pt x="22861" y="67138"/>
                  </a:lnTo>
                  <a:lnTo>
                    <a:pt x="22861" y="63420"/>
                  </a:lnTo>
                  <a:lnTo>
                    <a:pt x="11431" y="63420"/>
                  </a:lnTo>
                  <a:lnTo>
                    <a:pt x="11431" y="59648"/>
                  </a:lnTo>
                  <a:lnTo>
                    <a:pt x="15204" y="59648"/>
                  </a:lnTo>
                  <a:lnTo>
                    <a:pt x="15204" y="55875"/>
                  </a:lnTo>
                  <a:lnTo>
                    <a:pt x="22805" y="55875"/>
                  </a:lnTo>
                  <a:lnTo>
                    <a:pt x="22805" y="52212"/>
                  </a:lnTo>
                  <a:close/>
                  <a:moveTo>
                    <a:pt x="56929" y="70856"/>
                  </a:moveTo>
                  <a:lnTo>
                    <a:pt x="56929" y="74573"/>
                  </a:lnTo>
                  <a:lnTo>
                    <a:pt x="57095" y="74573"/>
                  </a:lnTo>
                  <a:lnTo>
                    <a:pt x="55264" y="74628"/>
                  </a:lnTo>
                  <a:lnTo>
                    <a:pt x="53322" y="74628"/>
                  </a:lnTo>
                  <a:lnTo>
                    <a:pt x="53322" y="70856"/>
                  </a:lnTo>
                  <a:close/>
                  <a:moveTo>
                    <a:pt x="45665" y="74573"/>
                  </a:moveTo>
                  <a:lnTo>
                    <a:pt x="45665" y="82063"/>
                  </a:lnTo>
                  <a:lnTo>
                    <a:pt x="41948" y="82063"/>
                  </a:lnTo>
                  <a:lnTo>
                    <a:pt x="41948" y="74573"/>
                  </a:lnTo>
                  <a:close/>
                  <a:moveTo>
                    <a:pt x="95269" y="1"/>
                  </a:moveTo>
                  <a:lnTo>
                    <a:pt x="95269" y="3663"/>
                  </a:lnTo>
                  <a:lnTo>
                    <a:pt x="83839" y="3663"/>
                  </a:lnTo>
                  <a:lnTo>
                    <a:pt x="83839" y="7436"/>
                  </a:lnTo>
                  <a:lnTo>
                    <a:pt x="76182" y="7436"/>
                  </a:lnTo>
                  <a:lnTo>
                    <a:pt x="76182" y="11209"/>
                  </a:lnTo>
                  <a:lnTo>
                    <a:pt x="68581" y="11209"/>
                  </a:lnTo>
                  <a:lnTo>
                    <a:pt x="68581" y="18589"/>
                  </a:lnTo>
                  <a:lnTo>
                    <a:pt x="64697" y="18589"/>
                  </a:lnTo>
                  <a:lnTo>
                    <a:pt x="64697" y="14926"/>
                  </a:lnTo>
                  <a:lnTo>
                    <a:pt x="60924" y="14926"/>
                  </a:lnTo>
                  <a:lnTo>
                    <a:pt x="60924" y="18644"/>
                  </a:lnTo>
                  <a:lnTo>
                    <a:pt x="53322" y="18644"/>
                  </a:lnTo>
                  <a:lnTo>
                    <a:pt x="53322" y="22362"/>
                  </a:lnTo>
                  <a:lnTo>
                    <a:pt x="49549" y="22362"/>
                  </a:lnTo>
                  <a:lnTo>
                    <a:pt x="45665" y="22306"/>
                  </a:lnTo>
                  <a:lnTo>
                    <a:pt x="45665" y="18589"/>
                  </a:lnTo>
                  <a:lnTo>
                    <a:pt x="41837" y="18589"/>
                  </a:lnTo>
                  <a:lnTo>
                    <a:pt x="41837" y="14926"/>
                  </a:lnTo>
                  <a:lnTo>
                    <a:pt x="26689" y="14926"/>
                  </a:lnTo>
                  <a:lnTo>
                    <a:pt x="26689" y="18589"/>
                  </a:lnTo>
                  <a:lnTo>
                    <a:pt x="22861" y="18589"/>
                  </a:lnTo>
                  <a:lnTo>
                    <a:pt x="22861" y="26134"/>
                  </a:lnTo>
                  <a:lnTo>
                    <a:pt x="19143" y="26134"/>
                  </a:lnTo>
                  <a:lnTo>
                    <a:pt x="19143" y="33569"/>
                  </a:lnTo>
                  <a:lnTo>
                    <a:pt x="22916" y="33569"/>
                  </a:lnTo>
                  <a:lnTo>
                    <a:pt x="22916" y="37176"/>
                  </a:lnTo>
                  <a:lnTo>
                    <a:pt x="26634" y="37176"/>
                  </a:lnTo>
                  <a:lnTo>
                    <a:pt x="26634" y="26024"/>
                  </a:lnTo>
                  <a:lnTo>
                    <a:pt x="30462" y="26024"/>
                  </a:lnTo>
                  <a:lnTo>
                    <a:pt x="30462" y="22362"/>
                  </a:lnTo>
                  <a:lnTo>
                    <a:pt x="34235" y="22362"/>
                  </a:lnTo>
                  <a:lnTo>
                    <a:pt x="34235" y="26134"/>
                  </a:lnTo>
                  <a:lnTo>
                    <a:pt x="30518" y="26134"/>
                  </a:lnTo>
                  <a:lnTo>
                    <a:pt x="30518" y="33514"/>
                  </a:lnTo>
                  <a:lnTo>
                    <a:pt x="34235" y="33514"/>
                  </a:lnTo>
                  <a:lnTo>
                    <a:pt x="34235" y="37342"/>
                  </a:lnTo>
                  <a:lnTo>
                    <a:pt x="30462" y="37342"/>
                  </a:lnTo>
                  <a:lnTo>
                    <a:pt x="30462" y="40949"/>
                  </a:lnTo>
                  <a:lnTo>
                    <a:pt x="22805" y="40949"/>
                  </a:lnTo>
                  <a:lnTo>
                    <a:pt x="22805" y="37342"/>
                  </a:lnTo>
                  <a:lnTo>
                    <a:pt x="19032" y="37342"/>
                  </a:lnTo>
                  <a:lnTo>
                    <a:pt x="19032" y="44777"/>
                  </a:lnTo>
                  <a:lnTo>
                    <a:pt x="15259" y="44777"/>
                  </a:lnTo>
                  <a:lnTo>
                    <a:pt x="15259" y="48495"/>
                  </a:lnTo>
                  <a:lnTo>
                    <a:pt x="11375" y="48495"/>
                  </a:lnTo>
                  <a:lnTo>
                    <a:pt x="11375" y="55985"/>
                  </a:lnTo>
                  <a:lnTo>
                    <a:pt x="7602" y="55985"/>
                  </a:lnTo>
                  <a:lnTo>
                    <a:pt x="7602" y="67138"/>
                  </a:lnTo>
                  <a:lnTo>
                    <a:pt x="3774" y="67138"/>
                  </a:lnTo>
                  <a:lnTo>
                    <a:pt x="3774" y="74573"/>
                  </a:lnTo>
                  <a:lnTo>
                    <a:pt x="1887" y="74573"/>
                  </a:lnTo>
                  <a:lnTo>
                    <a:pt x="1" y="74628"/>
                  </a:lnTo>
                  <a:lnTo>
                    <a:pt x="1" y="89443"/>
                  </a:lnTo>
                  <a:lnTo>
                    <a:pt x="3829" y="89443"/>
                  </a:lnTo>
                  <a:lnTo>
                    <a:pt x="3829" y="93216"/>
                  </a:lnTo>
                  <a:lnTo>
                    <a:pt x="19143" y="93216"/>
                  </a:lnTo>
                  <a:lnTo>
                    <a:pt x="19143" y="104424"/>
                  </a:lnTo>
                  <a:lnTo>
                    <a:pt x="22916" y="104424"/>
                  </a:lnTo>
                  <a:lnTo>
                    <a:pt x="22916" y="126840"/>
                  </a:lnTo>
                  <a:lnTo>
                    <a:pt x="26689" y="126840"/>
                  </a:lnTo>
                  <a:lnTo>
                    <a:pt x="26689" y="137937"/>
                  </a:lnTo>
                  <a:lnTo>
                    <a:pt x="30462" y="137937"/>
                  </a:lnTo>
                  <a:lnTo>
                    <a:pt x="30462" y="134275"/>
                  </a:lnTo>
                  <a:lnTo>
                    <a:pt x="38064" y="134275"/>
                  </a:lnTo>
                  <a:lnTo>
                    <a:pt x="38064" y="126729"/>
                  </a:lnTo>
                  <a:lnTo>
                    <a:pt x="41948" y="126729"/>
                  </a:lnTo>
                  <a:lnTo>
                    <a:pt x="41948" y="119294"/>
                  </a:lnTo>
                  <a:lnTo>
                    <a:pt x="45721" y="119294"/>
                  </a:lnTo>
                  <a:lnTo>
                    <a:pt x="45721" y="100651"/>
                  </a:lnTo>
                  <a:lnTo>
                    <a:pt x="49494" y="100651"/>
                  </a:lnTo>
                  <a:lnTo>
                    <a:pt x="49494" y="96934"/>
                  </a:lnTo>
                  <a:lnTo>
                    <a:pt x="53211" y="96934"/>
                  </a:lnTo>
                  <a:lnTo>
                    <a:pt x="53211" y="89499"/>
                  </a:lnTo>
                  <a:lnTo>
                    <a:pt x="49549" y="89499"/>
                  </a:lnTo>
                  <a:lnTo>
                    <a:pt x="49549" y="85726"/>
                  </a:lnTo>
                  <a:lnTo>
                    <a:pt x="57095" y="85726"/>
                  </a:lnTo>
                  <a:lnTo>
                    <a:pt x="57095" y="82008"/>
                  </a:lnTo>
                  <a:lnTo>
                    <a:pt x="60924" y="82008"/>
                  </a:lnTo>
                  <a:lnTo>
                    <a:pt x="60924" y="74628"/>
                  </a:lnTo>
                  <a:lnTo>
                    <a:pt x="68636" y="74628"/>
                  </a:lnTo>
                  <a:lnTo>
                    <a:pt x="68636" y="78291"/>
                  </a:lnTo>
                  <a:lnTo>
                    <a:pt x="72409" y="78291"/>
                  </a:lnTo>
                  <a:lnTo>
                    <a:pt x="72409" y="89388"/>
                  </a:lnTo>
                  <a:lnTo>
                    <a:pt x="76182" y="89388"/>
                  </a:lnTo>
                  <a:lnTo>
                    <a:pt x="76182" y="85726"/>
                  </a:lnTo>
                  <a:lnTo>
                    <a:pt x="80011" y="85726"/>
                  </a:lnTo>
                  <a:lnTo>
                    <a:pt x="80011" y="78346"/>
                  </a:lnTo>
                  <a:lnTo>
                    <a:pt x="87668" y="78346"/>
                  </a:lnTo>
                  <a:lnTo>
                    <a:pt x="87668" y="82008"/>
                  </a:lnTo>
                  <a:lnTo>
                    <a:pt x="91441" y="82008"/>
                  </a:lnTo>
                  <a:lnTo>
                    <a:pt x="91441" y="93161"/>
                  </a:lnTo>
                  <a:lnTo>
                    <a:pt x="95269" y="93161"/>
                  </a:lnTo>
                  <a:lnTo>
                    <a:pt x="95269" y="89443"/>
                  </a:lnTo>
                  <a:lnTo>
                    <a:pt x="102760" y="89443"/>
                  </a:lnTo>
                  <a:lnTo>
                    <a:pt x="102760" y="82063"/>
                  </a:lnTo>
                  <a:lnTo>
                    <a:pt x="99042" y="82063"/>
                  </a:lnTo>
                  <a:lnTo>
                    <a:pt x="99042" y="78291"/>
                  </a:lnTo>
                  <a:lnTo>
                    <a:pt x="106644" y="78291"/>
                  </a:lnTo>
                  <a:lnTo>
                    <a:pt x="106644" y="74518"/>
                  </a:lnTo>
                  <a:lnTo>
                    <a:pt x="110472" y="74518"/>
                  </a:lnTo>
                  <a:lnTo>
                    <a:pt x="110472" y="59703"/>
                  </a:lnTo>
                  <a:lnTo>
                    <a:pt x="114356" y="59703"/>
                  </a:lnTo>
                  <a:lnTo>
                    <a:pt x="114356" y="63310"/>
                  </a:lnTo>
                  <a:lnTo>
                    <a:pt x="118129" y="63310"/>
                  </a:lnTo>
                  <a:lnTo>
                    <a:pt x="118129" y="55875"/>
                  </a:lnTo>
                  <a:lnTo>
                    <a:pt x="121958" y="55875"/>
                  </a:lnTo>
                  <a:lnTo>
                    <a:pt x="121958" y="52212"/>
                  </a:lnTo>
                  <a:lnTo>
                    <a:pt x="125731" y="52212"/>
                  </a:lnTo>
                  <a:lnTo>
                    <a:pt x="125731" y="55819"/>
                  </a:lnTo>
                  <a:lnTo>
                    <a:pt x="129504" y="55819"/>
                  </a:lnTo>
                  <a:lnTo>
                    <a:pt x="129504" y="41005"/>
                  </a:lnTo>
                  <a:lnTo>
                    <a:pt x="121958" y="41005"/>
                  </a:lnTo>
                  <a:lnTo>
                    <a:pt x="121958" y="37232"/>
                  </a:lnTo>
                  <a:lnTo>
                    <a:pt x="125731" y="37232"/>
                  </a:lnTo>
                  <a:lnTo>
                    <a:pt x="125731" y="33514"/>
                  </a:lnTo>
                  <a:lnTo>
                    <a:pt x="137161" y="33514"/>
                  </a:lnTo>
                  <a:lnTo>
                    <a:pt x="137161" y="29797"/>
                  </a:lnTo>
                  <a:lnTo>
                    <a:pt x="144818" y="29797"/>
                  </a:lnTo>
                  <a:lnTo>
                    <a:pt x="144818" y="33514"/>
                  </a:lnTo>
                  <a:lnTo>
                    <a:pt x="152364" y="33514"/>
                  </a:lnTo>
                  <a:lnTo>
                    <a:pt x="152364" y="29741"/>
                  </a:lnTo>
                  <a:lnTo>
                    <a:pt x="160021" y="29741"/>
                  </a:lnTo>
                  <a:lnTo>
                    <a:pt x="160021" y="26079"/>
                  </a:lnTo>
                  <a:lnTo>
                    <a:pt x="160021" y="25968"/>
                  </a:lnTo>
                  <a:lnTo>
                    <a:pt x="163849" y="25968"/>
                  </a:lnTo>
                  <a:lnTo>
                    <a:pt x="163849" y="18589"/>
                  </a:lnTo>
                  <a:lnTo>
                    <a:pt x="156192" y="18589"/>
                  </a:lnTo>
                  <a:lnTo>
                    <a:pt x="156192" y="14926"/>
                  </a:lnTo>
                  <a:lnTo>
                    <a:pt x="152419" y="14926"/>
                  </a:lnTo>
                  <a:lnTo>
                    <a:pt x="152419" y="18589"/>
                  </a:lnTo>
                  <a:lnTo>
                    <a:pt x="148535" y="18589"/>
                  </a:lnTo>
                  <a:lnTo>
                    <a:pt x="148535" y="14871"/>
                  </a:lnTo>
                  <a:lnTo>
                    <a:pt x="133277" y="14871"/>
                  </a:lnTo>
                  <a:lnTo>
                    <a:pt x="133277" y="11154"/>
                  </a:lnTo>
                  <a:lnTo>
                    <a:pt x="129559" y="11154"/>
                  </a:lnTo>
                  <a:lnTo>
                    <a:pt x="129559" y="7325"/>
                  </a:lnTo>
                  <a:lnTo>
                    <a:pt x="133277" y="7325"/>
                  </a:lnTo>
                  <a:lnTo>
                    <a:pt x="133277" y="3719"/>
                  </a:lnTo>
                  <a:lnTo>
                    <a:pt x="121958" y="3719"/>
                  </a:lnTo>
                  <a:lnTo>
                    <a:pt x="121958" y="7381"/>
                  </a:lnTo>
                  <a:lnTo>
                    <a:pt x="125675" y="7381"/>
                  </a:lnTo>
                  <a:lnTo>
                    <a:pt x="125675" y="11098"/>
                  </a:lnTo>
                  <a:lnTo>
                    <a:pt x="118074" y="11098"/>
                  </a:lnTo>
                  <a:lnTo>
                    <a:pt x="118074" y="7491"/>
                  </a:lnTo>
                  <a:lnTo>
                    <a:pt x="114301" y="7491"/>
                  </a:lnTo>
                  <a:lnTo>
                    <a:pt x="114301" y="11098"/>
                  </a:lnTo>
                  <a:lnTo>
                    <a:pt x="110417" y="11098"/>
                  </a:lnTo>
                  <a:lnTo>
                    <a:pt x="110417" y="7436"/>
                  </a:lnTo>
                  <a:lnTo>
                    <a:pt x="106644" y="7436"/>
                  </a:lnTo>
                  <a:lnTo>
                    <a:pt x="106644" y="3663"/>
                  </a:lnTo>
                  <a:lnTo>
                    <a:pt x="98987" y="3663"/>
                  </a:lnTo>
                  <a:lnTo>
                    <a:pt x="989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74" name="Google Shape;574;p53"/>
            <p:cNvSpPr/>
            <p:nvPr/>
          </p:nvSpPr>
          <p:spPr>
            <a:xfrm>
              <a:off x="1286775" y="1086125"/>
              <a:ext cx="185925" cy="92950"/>
            </a:xfrm>
            <a:custGeom>
              <a:avLst/>
              <a:gdLst/>
              <a:ahLst/>
              <a:cxnLst/>
              <a:rect l="l" t="t" r="r" b="b"/>
              <a:pathLst>
                <a:path w="7437" h="3718" extrusionOk="0">
                  <a:moveTo>
                    <a:pt x="1" y="1"/>
                  </a:moveTo>
                  <a:lnTo>
                    <a:pt x="1" y="611"/>
                  </a:lnTo>
                  <a:lnTo>
                    <a:pt x="1" y="3607"/>
                  </a:lnTo>
                  <a:lnTo>
                    <a:pt x="1" y="3718"/>
                  </a:lnTo>
                  <a:lnTo>
                    <a:pt x="7436" y="3718"/>
                  </a:lnTo>
                  <a:lnTo>
                    <a:pt x="7436" y="3496"/>
                  </a:lnTo>
                  <a:lnTo>
                    <a:pt x="7436" y="611"/>
                  </a:lnTo>
                  <a:lnTo>
                    <a:pt x="7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Tree>
  </p:cSld>
  <p:clrMapOvr>
    <a:masterClrMapping/>
  </p:clrMapOvr>
  <p:extLst>
    <p:ext uri="{DCECCB84-F9BA-43D5-87BE-67443E8EF086}">
      <p15:sldGuideLst xmlns:p15="http://schemas.microsoft.com/office/powerpoint/2012/main">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Guess The Team Member">
  <p:cSld name="BLANK_1_1_1_1_1_1_1_1_1_1_1_1_1_2">
    <p:bg>
      <p:bgPr>
        <a:solidFill>
          <a:schemeClr val="dk1"/>
        </a:solidFill>
        <a:effectLst/>
      </p:bgPr>
    </p:bg>
    <p:spTree>
      <p:nvGrpSpPr>
        <p:cNvPr id="1" name="Shape 575"/>
        <p:cNvGrpSpPr/>
        <p:nvPr/>
      </p:nvGrpSpPr>
      <p:grpSpPr>
        <a:xfrm>
          <a:off x="0" y="0"/>
          <a:ext cx="0" cy="0"/>
          <a:chOff x="0" y="0"/>
          <a:chExt cx="0" cy="0"/>
        </a:xfrm>
      </p:grpSpPr>
      <p:grpSp>
        <p:nvGrpSpPr>
          <p:cNvPr id="576" name="Google Shape;576;p54"/>
          <p:cNvGrpSpPr/>
          <p:nvPr/>
        </p:nvGrpSpPr>
        <p:grpSpPr>
          <a:xfrm>
            <a:off x="103050" y="103050"/>
            <a:ext cx="6817325" cy="3765575"/>
            <a:chOff x="103050" y="103050"/>
            <a:chExt cx="6817325" cy="3765575"/>
          </a:xfrm>
        </p:grpSpPr>
        <p:sp>
          <p:nvSpPr>
            <p:cNvPr id="577" name="Google Shape;577;p54"/>
            <p:cNvSpPr/>
            <p:nvPr/>
          </p:nvSpPr>
          <p:spPr>
            <a:xfrm>
              <a:off x="103050" y="103050"/>
              <a:ext cx="5135700" cy="26595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78" name="Google Shape;578;p54"/>
            <p:cNvSpPr/>
            <p:nvPr/>
          </p:nvSpPr>
          <p:spPr>
            <a:xfrm>
              <a:off x="1090775" y="1490525"/>
              <a:ext cx="5829600" cy="23781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
        <p:nvSpPr>
          <p:cNvPr id="579" name="Google Shape;579;p54"/>
          <p:cNvSpPr txBox="1">
            <a:spLocks noGrp="1"/>
          </p:cNvSpPr>
          <p:nvPr>
            <p:ph type="subTitle" idx="1"/>
          </p:nvPr>
        </p:nvSpPr>
        <p:spPr>
          <a:xfrm>
            <a:off x="252600" y="1199800"/>
            <a:ext cx="2881500" cy="8016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a:endParaRPr/>
          </a:p>
        </p:txBody>
      </p:sp>
      <p:sp>
        <p:nvSpPr>
          <p:cNvPr id="580" name="Google Shape;580;p54"/>
          <p:cNvSpPr txBox="1">
            <a:spLocks noGrp="1"/>
          </p:cNvSpPr>
          <p:nvPr>
            <p:ph type="title"/>
          </p:nvPr>
        </p:nvSpPr>
        <p:spPr>
          <a:xfrm>
            <a:off x="229190" y="147681"/>
            <a:ext cx="4216200" cy="8652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a:endParaRPr/>
          </a:p>
        </p:txBody>
      </p:sp>
    </p:spTree>
  </p:cSld>
  <p:clrMapOvr>
    <a:masterClrMapping/>
  </p:clrMapOvr>
  <p:extLst>
    <p:ext uri="{DCECCB84-F9BA-43D5-87BE-67443E8EF086}">
      <p15:sldGuideLst xmlns:p15="http://schemas.microsoft.com/office/powerpoint/2012/main">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Art Attack">
  <p:cSld name="TITLE_1_1_5">
    <p:bg>
      <p:bgPr>
        <a:solidFill>
          <a:schemeClr val="accent4"/>
        </a:solidFill>
        <a:effectLst/>
      </p:bgPr>
    </p:bg>
    <p:spTree>
      <p:nvGrpSpPr>
        <p:cNvPr id="1" name="Shape 581"/>
        <p:cNvGrpSpPr/>
        <p:nvPr/>
      </p:nvGrpSpPr>
      <p:grpSpPr>
        <a:xfrm>
          <a:off x="0" y="0"/>
          <a:ext cx="0" cy="0"/>
          <a:chOff x="0" y="0"/>
          <a:chExt cx="0" cy="0"/>
        </a:xfrm>
      </p:grpSpPr>
      <p:grpSp>
        <p:nvGrpSpPr>
          <p:cNvPr id="582" name="Google Shape;582;p55"/>
          <p:cNvGrpSpPr/>
          <p:nvPr/>
        </p:nvGrpSpPr>
        <p:grpSpPr>
          <a:xfrm>
            <a:off x="0" y="0"/>
            <a:ext cx="9143999" cy="5143500"/>
            <a:chOff x="0" y="0"/>
            <a:chExt cx="9143999" cy="5143500"/>
          </a:xfrm>
        </p:grpSpPr>
        <p:sp>
          <p:nvSpPr>
            <p:cNvPr id="583" name="Google Shape;583;p55"/>
            <p:cNvSpPr/>
            <p:nvPr/>
          </p:nvSpPr>
          <p:spPr>
            <a:xfrm>
              <a:off x="0" y="0"/>
              <a:ext cx="103049" cy="5143489"/>
            </a:xfrm>
            <a:custGeom>
              <a:avLst/>
              <a:gdLst/>
              <a:ahLst/>
              <a:cxnLst/>
              <a:rect l="l" t="t" r="r" b="b"/>
              <a:pathLst>
                <a:path w="3540" h="143904" extrusionOk="0">
                  <a:moveTo>
                    <a:pt x="0" y="1"/>
                  </a:moveTo>
                  <a:lnTo>
                    <a:pt x="0" y="143903"/>
                  </a:lnTo>
                  <a:lnTo>
                    <a:pt x="3540" y="143903"/>
                  </a:lnTo>
                  <a:lnTo>
                    <a:pt x="35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84" name="Google Shape;584;p55"/>
            <p:cNvSpPr/>
            <p:nvPr/>
          </p:nvSpPr>
          <p:spPr>
            <a:xfrm>
              <a:off x="9040950" y="0"/>
              <a:ext cx="103049" cy="5143489"/>
            </a:xfrm>
            <a:custGeom>
              <a:avLst/>
              <a:gdLst/>
              <a:ahLst/>
              <a:cxnLst/>
              <a:rect l="l" t="t" r="r" b="b"/>
              <a:pathLst>
                <a:path w="3540" h="143904" extrusionOk="0">
                  <a:moveTo>
                    <a:pt x="0" y="1"/>
                  </a:moveTo>
                  <a:lnTo>
                    <a:pt x="0" y="143903"/>
                  </a:lnTo>
                  <a:lnTo>
                    <a:pt x="3540" y="143903"/>
                  </a:lnTo>
                  <a:lnTo>
                    <a:pt x="35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85" name="Google Shape;585;p55"/>
            <p:cNvSpPr/>
            <p:nvPr/>
          </p:nvSpPr>
          <p:spPr>
            <a:xfrm rot="5400000">
              <a:off x="4519005" y="-4518866"/>
              <a:ext cx="103049" cy="9140782"/>
            </a:xfrm>
            <a:custGeom>
              <a:avLst/>
              <a:gdLst/>
              <a:ahLst/>
              <a:cxnLst/>
              <a:rect l="l" t="t" r="r" b="b"/>
              <a:pathLst>
                <a:path w="3540" h="143904" extrusionOk="0">
                  <a:moveTo>
                    <a:pt x="0" y="1"/>
                  </a:moveTo>
                  <a:lnTo>
                    <a:pt x="0" y="143903"/>
                  </a:lnTo>
                  <a:lnTo>
                    <a:pt x="3540" y="143903"/>
                  </a:lnTo>
                  <a:lnTo>
                    <a:pt x="35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86" name="Google Shape;586;p55"/>
            <p:cNvSpPr/>
            <p:nvPr/>
          </p:nvSpPr>
          <p:spPr>
            <a:xfrm rot="5400000">
              <a:off x="4520468" y="521584"/>
              <a:ext cx="103049" cy="9140782"/>
            </a:xfrm>
            <a:custGeom>
              <a:avLst/>
              <a:gdLst/>
              <a:ahLst/>
              <a:cxnLst/>
              <a:rect l="l" t="t" r="r" b="b"/>
              <a:pathLst>
                <a:path w="3540" h="143904" extrusionOk="0">
                  <a:moveTo>
                    <a:pt x="0" y="1"/>
                  </a:moveTo>
                  <a:lnTo>
                    <a:pt x="0" y="143903"/>
                  </a:lnTo>
                  <a:lnTo>
                    <a:pt x="3540" y="143903"/>
                  </a:lnTo>
                  <a:lnTo>
                    <a:pt x="35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
        <p:nvSpPr>
          <p:cNvPr id="587" name="Google Shape;587;p55"/>
          <p:cNvSpPr>
            <a:spLocks noGrp="1"/>
          </p:cNvSpPr>
          <p:nvPr>
            <p:ph type="pic" idx="2"/>
          </p:nvPr>
        </p:nvSpPr>
        <p:spPr>
          <a:xfrm>
            <a:off x="3553675" y="3509450"/>
            <a:ext cx="1941000" cy="1313100"/>
          </a:xfrm>
          <a:prstGeom prst="rect">
            <a:avLst/>
          </a:prstGeom>
          <a:noFill/>
          <a:ln w="9525" cap="flat" cmpd="sng">
            <a:solidFill>
              <a:schemeClr val="dk1"/>
            </a:solidFill>
            <a:prstDash val="solid"/>
            <a:round/>
            <a:headEnd type="none" w="sm" len="sm"/>
            <a:tailEnd type="none" w="sm" len="sm"/>
          </a:ln>
        </p:spPr>
        <p:txBody>
          <a:bodyPr/>
          <a:lstStyle/>
          <a:p>
            <a:endParaRPr lang="de-DE"/>
          </a:p>
        </p:txBody>
      </p:sp>
      <p:sp>
        <p:nvSpPr>
          <p:cNvPr id="588" name="Google Shape;588;p55"/>
          <p:cNvSpPr txBox="1">
            <a:spLocks noGrp="1"/>
          </p:cNvSpPr>
          <p:nvPr>
            <p:ph type="title"/>
          </p:nvPr>
        </p:nvSpPr>
        <p:spPr>
          <a:xfrm>
            <a:off x="236975" y="223878"/>
            <a:ext cx="4216200" cy="501600"/>
          </a:xfrm>
          <a:prstGeom prst="rect">
            <a:avLst/>
          </a:prstGeom>
        </p:spPr>
        <p:txBody>
          <a:bodyPr spcFirstLastPara="1" wrap="square" lIns="0" tIns="0" rIns="0" bIns="0" anchor="t" anchorCtr="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a:endParaRPr/>
          </a:p>
        </p:txBody>
      </p:sp>
      <p:sp>
        <p:nvSpPr>
          <p:cNvPr id="589" name="Google Shape;589;p55"/>
          <p:cNvSpPr>
            <a:spLocks noGrp="1"/>
          </p:cNvSpPr>
          <p:nvPr>
            <p:ph type="pic" idx="3"/>
          </p:nvPr>
        </p:nvSpPr>
        <p:spPr>
          <a:xfrm>
            <a:off x="6699200" y="904175"/>
            <a:ext cx="1909200" cy="1191900"/>
          </a:xfrm>
          <a:prstGeom prst="rect">
            <a:avLst/>
          </a:prstGeom>
          <a:noFill/>
          <a:ln w="9525" cap="flat" cmpd="sng">
            <a:solidFill>
              <a:schemeClr val="dk1"/>
            </a:solidFill>
            <a:prstDash val="solid"/>
            <a:round/>
            <a:headEnd type="none" w="sm" len="sm"/>
            <a:tailEnd type="none" w="sm" len="sm"/>
          </a:ln>
        </p:spPr>
        <p:txBody>
          <a:bodyPr/>
          <a:lstStyle/>
          <a:p>
            <a:endParaRPr lang="de-DE"/>
          </a:p>
        </p:txBody>
      </p:sp>
      <p:sp>
        <p:nvSpPr>
          <p:cNvPr id="590" name="Google Shape;590;p55"/>
          <p:cNvSpPr>
            <a:spLocks noGrp="1"/>
          </p:cNvSpPr>
          <p:nvPr>
            <p:ph type="pic" idx="4"/>
          </p:nvPr>
        </p:nvSpPr>
        <p:spPr>
          <a:xfrm>
            <a:off x="5673725" y="2267525"/>
            <a:ext cx="2935200" cy="2433900"/>
          </a:xfrm>
          <a:prstGeom prst="rect">
            <a:avLst/>
          </a:prstGeom>
          <a:noFill/>
          <a:ln w="9525" cap="flat" cmpd="sng">
            <a:solidFill>
              <a:schemeClr val="dk1"/>
            </a:solidFill>
            <a:prstDash val="solid"/>
            <a:round/>
            <a:headEnd type="none" w="sm" len="sm"/>
            <a:tailEnd type="none" w="sm" len="sm"/>
          </a:ln>
        </p:spPr>
        <p:txBody>
          <a:bodyPr/>
          <a:lstStyle/>
          <a:p>
            <a:endParaRPr lang="de-DE"/>
          </a:p>
        </p:txBody>
      </p:sp>
      <p:sp>
        <p:nvSpPr>
          <p:cNvPr id="591" name="Google Shape;591;p55"/>
          <p:cNvSpPr>
            <a:spLocks noGrp="1"/>
          </p:cNvSpPr>
          <p:nvPr>
            <p:ph type="pic" idx="5"/>
          </p:nvPr>
        </p:nvSpPr>
        <p:spPr>
          <a:xfrm>
            <a:off x="252425" y="2015900"/>
            <a:ext cx="3080100" cy="2875200"/>
          </a:xfrm>
          <a:prstGeom prst="rect">
            <a:avLst/>
          </a:prstGeom>
          <a:noFill/>
          <a:ln w="9525" cap="flat" cmpd="sng">
            <a:solidFill>
              <a:schemeClr val="dk1"/>
            </a:solidFill>
            <a:prstDash val="solid"/>
            <a:round/>
            <a:headEnd type="none" w="sm" len="sm"/>
            <a:tailEnd type="none" w="sm" len="sm"/>
          </a:ln>
        </p:spPr>
        <p:txBody>
          <a:bodyPr/>
          <a:lstStyle/>
          <a:p>
            <a:endParaRPr lang="de-DE"/>
          </a:p>
        </p:txBody>
      </p:sp>
      <p:sp>
        <p:nvSpPr>
          <p:cNvPr id="592" name="Google Shape;592;p55"/>
          <p:cNvSpPr/>
          <p:nvPr/>
        </p:nvSpPr>
        <p:spPr>
          <a:xfrm>
            <a:off x="5673400" y="2267525"/>
            <a:ext cx="2935200" cy="2433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593" name="Google Shape;593;p55"/>
          <p:cNvSpPr>
            <a:spLocks noGrp="1"/>
          </p:cNvSpPr>
          <p:nvPr>
            <p:ph type="pic" idx="6"/>
          </p:nvPr>
        </p:nvSpPr>
        <p:spPr>
          <a:xfrm>
            <a:off x="4838963" y="1797550"/>
            <a:ext cx="1740900" cy="1191900"/>
          </a:xfrm>
          <a:prstGeom prst="rect">
            <a:avLst/>
          </a:prstGeom>
          <a:noFill/>
          <a:ln w="9525" cap="flat" cmpd="sng">
            <a:solidFill>
              <a:schemeClr val="dk1"/>
            </a:solidFill>
            <a:prstDash val="solid"/>
            <a:round/>
            <a:headEnd type="none" w="sm" len="sm"/>
            <a:tailEnd type="none" w="sm" len="sm"/>
          </a:ln>
        </p:spPr>
        <p:txBody>
          <a:bodyPr/>
          <a:lstStyle/>
          <a:p>
            <a:endParaRPr lang="de-DE"/>
          </a:p>
        </p:txBody>
      </p:sp>
      <p:sp>
        <p:nvSpPr>
          <p:cNvPr id="594" name="Google Shape;594;p55"/>
          <p:cNvSpPr>
            <a:spLocks noGrp="1"/>
          </p:cNvSpPr>
          <p:nvPr>
            <p:ph type="pic" idx="7"/>
          </p:nvPr>
        </p:nvSpPr>
        <p:spPr>
          <a:xfrm>
            <a:off x="2991500" y="904174"/>
            <a:ext cx="1721700" cy="2475600"/>
          </a:xfrm>
          <a:prstGeom prst="rect">
            <a:avLst/>
          </a:prstGeom>
          <a:noFill/>
          <a:ln w="9525" cap="flat" cmpd="sng">
            <a:solidFill>
              <a:schemeClr val="dk1"/>
            </a:solidFill>
            <a:prstDash val="solid"/>
            <a:round/>
            <a:headEnd type="none" w="sm" len="sm"/>
            <a:tailEnd type="none" w="sm" len="sm"/>
          </a:ln>
        </p:spPr>
        <p:txBody>
          <a:bodyPr/>
          <a:lstStyle/>
          <a:p>
            <a:endParaRPr lang="de-DE"/>
          </a:p>
        </p:txBody>
      </p:sp>
      <p:sp>
        <p:nvSpPr>
          <p:cNvPr id="595" name="Google Shape;595;p55"/>
          <p:cNvSpPr>
            <a:spLocks noGrp="1"/>
          </p:cNvSpPr>
          <p:nvPr>
            <p:ph type="pic" idx="8"/>
          </p:nvPr>
        </p:nvSpPr>
        <p:spPr>
          <a:xfrm>
            <a:off x="4848425" y="580600"/>
            <a:ext cx="1721700" cy="1048200"/>
          </a:xfrm>
          <a:prstGeom prst="rect">
            <a:avLst/>
          </a:prstGeom>
          <a:noFill/>
          <a:ln w="9525" cap="flat" cmpd="sng">
            <a:solidFill>
              <a:schemeClr val="dk1"/>
            </a:solidFill>
            <a:prstDash val="solid"/>
            <a:round/>
            <a:headEnd type="none" w="sm" len="sm"/>
            <a:tailEnd type="none" w="sm" len="sm"/>
          </a:ln>
        </p:spPr>
        <p:txBody>
          <a:bodyPr/>
          <a:lstStyle/>
          <a:p>
            <a:endParaRPr lang="de-DE"/>
          </a:p>
        </p:txBody>
      </p:sp>
      <p:sp>
        <p:nvSpPr>
          <p:cNvPr id="596" name="Google Shape;596;p55"/>
          <p:cNvSpPr txBox="1">
            <a:spLocks noGrp="1"/>
          </p:cNvSpPr>
          <p:nvPr>
            <p:ph type="subTitle" idx="1"/>
          </p:nvPr>
        </p:nvSpPr>
        <p:spPr>
          <a:xfrm>
            <a:off x="252600" y="743700"/>
            <a:ext cx="2675700" cy="102990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a:endParaRPr/>
          </a:p>
        </p:txBody>
      </p:sp>
    </p:spTree>
  </p:cSld>
  <p:clrMapOvr>
    <a:masterClrMapping/>
  </p:clrMapOvr>
  <p:extLst>
    <p:ext uri="{DCECCB84-F9BA-43D5-87BE-67443E8EF086}">
      <p15:sldGuideLst xmlns:p15="http://schemas.microsoft.com/office/powerpoint/2012/main">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orient="horz" pos="2772">
          <p15:clr>
            <a:srgbClr val="E46962"/>
          </p15:clr>
        </p15:guide>
        <p15:guide id="6" pos="5292">
          <p15:clr>
            <a:srgbClr val="E46962"/>
          </p15:clr>
        </p15:guide>
        <p15:guide id="7" pos="159">
          <p15:clr>
            <a:srgbClr val="E46962"/>
          </p15:clr>
        </p15:guide>
        <p15:guide id="8" orient="horz" pos="159">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Links">
  <p:cSld name="BLANK_1_1_1_1_1_1_1_1_1_1_1_3">
    <p:spTree>
      <p:nvGrpSpPr>
        <p:cNvPr id="1" name="Shape 597"/>
        <p:cNvGrpSpPr/>
        <p:nvPr/>
      </p:nvGrpSpPr>
      <p:grpSpPr>
        <a:xfrm>
          <a:off x="0" y="0"/>
          <a:ext cx="0" cy="0"/>
          <a:chOff x="0" y="0"/>
          <a:chExt cx="0" cy="0"/>
        </a:xfrm>
      </p:grpSpPr>
      <p:sp>
        <p:nvSpPr>
          <p:cNvPr id="598" name="Google Shape;598;p56"/>
          <p:cNvSpPr txBox="1">
            <a:spLocks noGrp="1"/>
          </p:cNvSpPr>
          <p:nvPr>
            <p:ph type="title"/>
          </p:nvPr>
        </p:nvSpPr>
        <p:spPr>
          <a:xfrm>
            <a:off x="242375" y="530828"/>
            <a:ext cx="3576600" cy="378900"/>
          </a:xfrm>
          <a:prstGeom prst="rect">
            <a:avLst/>
          </a:prstGeom>
        </p:spPr>
        <p:txBody>
          <a:bodyPr spcFirstLastPara="1" wrap="square" lIns="0" tIns="0" rIns="0" bIns="0" anchor="t" anchorCtr="0">
            <a:sp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a:endParaRPr/>
          </a:p>
        </p:txBody>
      </p:sp>
      <p:sp>
        <p:nvSpPr>
          <p:cNvPr id="599" name="Google Shape;599;p56"/>
          <p:cNvSpPr txBox="1">
            <a:spLocks noGrp="1"/>
          </p:cNvSpPr>
          <p:nvPr>
            <p:ph type="title" idx="2"/>
          </p:nvPr>
        </p:nvSpPr>
        <p:spPr>
          <a:xfrm>
            <a:off x="236891" y="203879"/>
            <a:ext cx="6480300" cy="212400"/>
          </a:xfrm>
          <a:prstGeom prst="rect">
            <a:avLst/>
          </a:prstGeom>
        </p:spPr>
        <p:txBody>
          <a:bodyPr spcFirstLastPara="1" wrap="square" lIns="0" tIns="0" rIns="0" bIns="0" anchor="t" anchorCtr="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Space Grotesk"/>
                <a:ea typeface="Space Grotesk"/>
                <a:cs typeface="Space Grotesk"/>
                <a:sym typeface="Space Grotesk"/>
              </a:defRPr>
            </a:lvl2pPr>
            <a:lvl3pPr lvl="2">
              <a:lnSpc>
                <a:spcPct val="115000"/>
              </a:lnSpc>
              <a:spcBef>
                <a:spcPts val="0"/>
              </a:spcBef>
              <a:spcAft>
                <a:spcPts val="0"/>
              </a:spcAft>
              <a:buSzPts val="2800"/>
              <a:buNone/>
              <a:defRPr sz="3000">
                <a:latin typeface="Space Grotesk"/>
                <a:ea typeface="Space Grotesk"/>
                <a:cs typeface="Space Grotesk"/>
                <a:sym typeface="Space Grotesk"/>
              </a:defRPr>
            </a:lvl3pPr>
            <a:lvl4pPr lvl="3">
              <a:lnSpc>
                <a:spcPct val="115000"/>
              </a:lnSpc>
              <a:spcBef>
                <a:spcPts val="0"/>
              </a:spcBef>
              <a:spcAft>
                <a:spcPts val="0"/>
              </a:spcAft>
              <a:buSzPts val="2800"/>
              <a:buNone/>
              <a:defRPr sz="3000">
                <a:latin typeface="Space Grotesk"/>
                <a:ea typeface="Space Grotesk"/>
                <a:cs typeface="Space Grotesk"/>
                <a:sym typeface="Space Grotesk"/>
              </a:defRPr>
            </a:lvl4pPr>
            <a:lvl5pPr lvl="4">
              <a:lnSpc>
                <a:spcPct val="115000"/>
              </a:lnSpc>
              <a:spcBef>
                <a:spcPts val="0"/>
              </a:spcBef>
              <a:spcAft>
                <a:spcPts val="0"/>
              </a:spcAft>
              <a:buSzPts val="2800"/>
              <a:buNone/>
              <a:defRPr sz="3000">
                <a:latin typeface="Space Grotesk"/>
                <a:ea typeface="Space Grotesk"/>
                <a:cs typeface="Space Grotesk"/>
                <a:sym typeface="Space Grotesk"/>
              </a:defRPr>
            </a:lvl5pPr>
            <a:lvl6pPr lvl="5">
              <a:lnSpc>
                <a:spcPct val="115000"/>
              </a:lnSpc>
              <a:spcBef>
                <a:spcPts val="0"/>
              </a:spcBef>
              <a:spcAft>
                <a:spcPts val="0"/>
              </a:spcAft>
              <a:buSzPts val="2800"/>
              <a:buNone/>
              <a:defRPr sz="3000">
                <a:latin typeface="Space Grotesk"/>
                <a:ea typeface="Space Grotesk"/>
                <a:cs typeface="Space Grotesk"/>
                <a:sym typeface="Space Grotesk"/>
              </a:defRPr>
            </a:lvl6pPr>
            <a:lvl7pPr lvl="6">
              <a:lnSpc>
                <a:spcPct val="115000"/>
              </a:lnSpc>
              <a:spcBef>
                <a:spcPts val="0"/>
              </a:spcBef>
              <a:spcAft>
                <a:spcPts val="0"/>
              </a:spcAft>
              <a:buSzPts val="2800"/>
              <a:buNone/>
              <a:defRPr sz="3000">
                <a:latin typeface="Space Grotesk"/>
                <a:ea typeface="Space Grotesk"/>
                <a:cs typeface="Space Grotesk"/>
                <a:sym typeface="Space Grotesk"/>
              </a:defRPr>
            </a:lvl7pPr>
            <a:lvl8pPr lvl="7">
              <a:lnSpc>
                <a:spcPct val="115000"/>
              </a:lnSpc>
              <a:spcBef>
                <a:spcPts val="0"/>
              </a:spcBef>
              <a:spcAft>
                <a:spcPts val="0"/>
              </a:spcAft>
              <a:buSzPts val="2800"/>
              <a:buNone/>
              <a:defRPr sz="3000">
                <a:latin typeface="Space Grotesk"/>
                <a:ea typeface="Space Grotesk"/>
                <a:cs typeface="Space Grotesk"/>
                <a:sym typeface="Space Grotesk"/>
              </a:defRPr>
            </a:lvl8pPr>
            <a:lvl9pPr lvl="8">
              <a:lnSpc>
                <a:spcPct val="115000"/>
              </a:lnSpc>
              <a:spcBef>
                <a:spcPts val="0"/>
              </a:spcBef>
              <a:spcAft>
                <a:spcPts val="0"/>
              </a:spcAft>
              <a:buSzPts val="2800"/>
              <a:buNone/>
              <a:defRPr sz="3000">
                <a:latin typeface="Space Grotesk"/>
                <a:ea typeface="Space Grotesk"/>
                <a:cs typeface="Space Grotesk"/>
                <a:sym typeface="Space Grotesk"/>
              </a:defRPr>
            </a:lvl9pPr>
          </a:lstStyle>
          <a:p>
            <a:endParaRPr/>
          </a:p>
        </p:txBody>
      </p:sp>
      <p:grpSp>
        <p:nvGrpSpPr>
          <p:cNvPr id="600" name="Google Shape;600;p56"/>
          <p:cNvGrpSpPr/>
          <p:nvPr/>
        </p:nvGrpSpPr>
        <p:grpSpPr>
          <a:xfrm>
            <a:off x="-7338" y="1654487"/>
            <a:ext cx="9150854" cy="3491662"/>
            <a:chOff x="7059712" y="1295828"/>
            <a:chExt cx="2075400" cy="3601137"/>
          </a:xfrm>
        </p:grpSpPr>
        <p:sp>
          <p:nvSpPr>
            <p:cNvPr id="601" name="Google Shape;601;p56"/>
            <p:cNvSpPr/>
            <p:nvPr/>
          </p:nvSpPr>
          <p:spPr>
            <a:xfrm rot="-5400000">
              <a:off x="8683846" y="1589228"/>
              <a:ext cx="744600" cy="157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02" name="Google Shape;602;p56"/>
            <p:cNvSpPr/>
            <p:nvPr/>
          </p:nvSpPr>
          <p:spPr>
            <a:xfrm rot="-5400000">
              <a:off x="7635137" y="2417525"/>
              <a:ext cx="511500" cy="1660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03" name="Google Shape;603;p56"/>
            <p:cNvSpPr/>
            <p:nvPr/>
          </p:nvSpPr>
          <p:spPr>
            <a:xfrm>
              <a:off x="7061153" y="2040415"/>
              <a:ext cx="1919400" cy="1052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04" name="Google Shape;604;p56"/>
            <p:cNvSpPr/>
            <p:nvPr/>
          </p:nvSpPr>
          <p:spPr>
            <a:xfrm rot="-5400000">
              <a:off x="7624952" y="3629915"/>
              <a:ext cx="703500" cy="1830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05" name="Google Shape;605;p56"/>
            <p:cNvSpPr/>
            <p:nvPr/>
          </p:nvSpPr>
          <p:spPr>
            <a:xfrm rot="-5400000">
              <a:off x="7696912" y="2785540"/>
              <a:ext cx="801000" cy="2075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
        <p:nvSpPr>
          <p:cNvPr id="606" name="Google Shape;606;p56"/>
          <p:cNvSpPr txBox="1">
            <a:spLocks noGrp="1"/>
          </p:cNvSpPr>
          <p:nvPr>
            <p:ph type="subTitle" idx="1"/>
          </p:nvPr>
        </p:nvSpPr>
        <p:spPr>
          <a:xfrm>
            <a:off x="246850" y="2620050"/>
            <a:ext cx="6911700" cy="2271000"/>
          </a:xfrm>
          <a:prstGeom prst="rect">
            <a:avLst/>
          </a:prstGeom>
        </p:spPr>
        <p:txBody>
          <a:bodyPr spcFirstLastPara="1" wrap="square" lIns="0" tIns="0" rIns="0" bIns="0" anchor="b" anchorCtr="0">
            <a:normAutofit/>
          </a:bodyPr>
          <a:lstStyle>
            <a:lvl1pPr lvl="0">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1pPr>
            <a:lvl2pPr lvl="1">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2pPr>
            <a:lvl3pPr lvl="2">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3pPr>
            <a:lvl4pPr lvl="3">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4pPr>
            <a:lvl5pPr lvl="4">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5pPr>
            <a:lvl6pPr lvl="5">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6pPr>
            <a:lvl7pPr lvl="6">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7pPr>
            <a:lvl8pPr lvl="7">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8pPr>
            <a:lvl9pPr lvl="8">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9pPr>
          </a:lstStyle>
          <a:p>
            <a:endParaRPr/>
          </a:p>
        </p:txBody>
      </p:sp>
    </p:spTree>
  </p:cSld>
  <p:clrMapOvr>
    <a:masterClrMapping/>
  </p:clrMapOvr>
  <p:extLst>
    <p:ext uri="{DCECCB84-F9BA-43D5-87BE-67443E8EF086}">
      <p15:sldGuideLst xmlns:p15="http://schemas.microsoft.com/office/powerpoint/2012/main">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Contact List">
  <p:cSld name="BLANK_1_1_1_1_1_1_1_1_1_1_1_2">
    <p:spTree>
      <p:nvGrpSpPr>
        <p:cNvPr id="1" name="Shape 607"/>
        <p:cNvGrpSpPr/>
        <p:nvPr/>
      </p:nvGrpSpPr>
      <p:grpSpPr>
        <a:xfrm>
          <a:off x="0" y="0"/>
          <a:ext cx="0" cy="0"/>
          <a:chOff x="0" y="0"/>
          <a:chExt cx="0" cy="0"/>
        </a:xfrm>
      </p:grpSpPr>
      <p:pic>
        <p:nvPicPr>
          <p:cNvPr id="608" name="Google Shape;608;p57"/>
          <p:cNvPicPr preferRelativeResize="0"/>
          <p:nvPr/>
        </p:nvPicPr>
        <p:blipFill rotWithShape="1">
          <a:blip r:embed="rId2">
            <a:alphaModFix/>
          </a:blip>
          <a:srcRect l="72419" t="25661" b="48372"/>
          <a:stretch/>
        </p:blipFill>
        <p:spPr>
          <a:xfrm>
            <a:off x="8451297" y="282525"/>
            <a:ext cx="305451" cy="287577"/>
          </a:xfrm>
          <a:prstGeom prst="rect">
            <a:avLst/>
          </a:prstGeom>
          <a:noFill/>
          <a:ln>
            <a:noFill/>
          </a:ln>
        </p:spPr>
      </p:pic>
      <p:sp>
        <p:nvSpPr>
          <p:cNvPr id="609" name="Google Shape;609;p57"/>
          <p:cNvSpPr txBox="1">
            <a:spLocks noGrp="1"/>
          </p:cNvSpPr>
          <p:nvPr>
            <p:ph type="subTitle" idx="1"/>
          </p:nvPr>
        </p:nvSpPr>
        <p:spPr>
          <a:xfrm>
            <a:off x="246850" y="2493274"/>
            <a:ext cx="2781000" cy="3540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500"/>
              <a:buFont typeface="Space Grotesk"/>
              <a:buNone/>
              <a:defRPr sz="1500">
                <a:highlight>
                  <a:schemeClr val="accent2"/>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a:endParaRPr/>
          </a:p>
        </p:txBody>
      </p:sp>
      <p:sp>
        <p:nvSpPr>
          <p:cNvPr id="610" name="Google Shape;610;p57"/>
          <p:cNvSpPr txBox="1">
            <a:spLocks noGrp="1"/>
          </p:cNvSpPr>
          <p:nvPr>
            <p:ph type="subTitle" idx="2"/>
          </p:nvPr>
        </p:nvSpPr>
        <p:spPr>
          <a:xfrm>
            <a:off x="246850" y="2938475"/>
            <a:ext cx="27930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a:endParaRPr/>
          </a:p>
        </p:txBody>
      </p:sp>
      <p:sp>
        <p:nvSpPr>
          <p:cNvPr id="611" name="Google Shape;611;p57"/>
          <p:cNvSpPr txBox="1">
            <a:spLocks noGrp="1"/>
          </p:cNvSpPr>
          <p:nvPr>
            <p:ph type="subTitle" idx="3"/>
          </p:nvPr>
        </p:nvSpPr>
        <p:spPr>
          <a:xfrm>
            <a:off x="246850" y="3101490"/>
            <a:ext cx="26958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a:endParaRPr/>
          </a:p>
        </p:txBody>
      </p:sp>
      <p:sp>
        <p:nvSpPr>
          <p:cNvPr id="612" name="Google Shape;612;p57"/>
          <p:cNvSpPr txBox="1">
            <a:spLocks noGrp="1"/>
          </p:cNvSpPr>
          <p:nvPr>
            <p:ph type="subTitle" idx="4"/>
          </p:nvPr>
        </p:nvSpPr>
        <p:spPr>
          <a:xfrm>
            <a:off x="3135975" y="2493274"/>
            <a:ext cx="2781000" cy="3540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500"/>
              <a:buFont typeface="Space Grotesk"/>
              <a:buNone/>
              <a:defRPr sz="1500">
                <a:highlight>
                  <a:schemeClr val="accent4"/>
                </a:highlight>
              </a:defRPr>
            </a:lvl1pPr>
            <a:lvl2pPr lvl="1">
              <a:lnSpc>
                <a:spcPct val="80000"/>
              </a:lnSpc>
              <a:spcBef>
                <a:spcPts val="0"/>
              </a:spcBef>
              <a:spcAft>
                <a:spcPts val="0"/>
              </a:spcAft>
              <a:buSzPts val="1500"/>
              <a:buFont typeface="Space Grotesk"/>
              <a:buNone/>
              <a:defRPr sz="1500">
                <a:highlight>
                  <a:schemeClr val="accent4"/>
                </a:highlight>
              </a:defRPr>
            </a:lvl2pPr>
            <a:lvl3pPr lvl="2">
              <a:lnSpc>
                <a:spcPct val="80000"/>
              </a:lnSpc>
              <a:spcBef>
                <a:spcPts val="0"/>
              </a:spcBef>
              <a:spcAft>
                <a:spcPts val="0"/>
              </a:spcAft>
              <a:buSzPts val="1500"/>
              <a:buFont typeface="Space Grotesk"/>
              <a:buNone/>
              <a:defRPr sz="1500">
                <a:highlight>
                  <a:schemeClr val="accent4"/>
                </a:highlight>
              </a:defRPr>
            </a:lvl3pPr>
            <a:lvl4pPr lvl="3">
              <a:lnSpc>
                <a:spcPct val="80000"/>
              </a:lnSpc>
              <a:spcBef>
                <a:spcPts val="0"/>
              </a:spcBef>
              <a:spcAft>
                <a:spcPts val="0"/>
              </a:spcAft>
              <a:buSzPts val="1500"/>
              <a:buFont typeface="Space Grotesk"/>
              <a:buNone/>
              <a:defRPr sz="1500">
                <a:highlight>
                  <a:schemeClr val="accent4"/>
                </a:highlight>
              </a:defRPr>
            </a:lvl4pPr>
            <a:lvl5pPr lvl="4">
              <a:lnSpc>
                <a:spcPct val="80000"/>
              </a:lnSpc>
              <a:spcBef>
                <a:spcPts val="0"/>
              </a:spcBef>
              <a:spcAft>
                <a:spcPts val="0"/>
              </a:spcAft>
              <a:buSzPts val="1500"/>
              <a:buFont typeface="Space Grotesk"/>
              <a:buNone/>
              <a:defRPr sz="1500">
                <a:highlight>
                  <a:schemeClr val="accent4"/>
                </a:highlight>
              </a:defRPr>
            </a:lvl5pPr>
            <a:lvl6pPr lvl="5">
              <a:lnSpc>
                <a:spcPct val="80000"/>
              </a:lnSpc>
              <a:spcBef>
                <a:spcPts val="0"/>
              </a:spcBef>
              <a:spcAft>
                <a:spcPts val="0"/>
              </a:spcAft>
              <a:buSzPts val="1500"/>
              <a:buFont typeface="Space Grotesk"/>
              <a:buNone/>
              <a:defRPr sz="1500">
                <a:highlight>
                  <a:schemeClr val="accent4"/>
                </a:highlight>
              </a:defRPr>
            </a:lvl6pPr>
            <a:lvl7pPr lvl="6">
              <a:lnSpc>
                <a:spcPct val="80000"/>
              </a:lnSpc>
              <a:spcBef>
                <a:spcPts val="0"/>
              </a:spcBef>
              <a:spcAft>
                <a:spcPts val="0"/>
              </a:spcAft>
              <a:buSzPts val="1500"/>
              <a:buFont typeface="Space Grotesk"/>
              <a:buNone/>
              <a:defRPr sz="1500">
                <a:highlight>
                  <a:schemeClr val="accent4"/>
                </a:highlight>
              </a:defRPr>
            </a:lvl7pPr>
            <a:lvl8pPr lvl="7">
              <a:lnSpc>
                <a:spcPct val="80000"/>
              </a:lnSpc>
              <a:spcBef>
                <a:spcPts val="0"/>
              </a:spcBef>
              <a:spcAft>
                <a:spcPts val="0"/>
              </a:spcAft>
              <a:buSzPts val="1500"/>
              <a:buFont typeface="Space Grotesk"/>
              <a:buNone/>
              <a:defRPr sz="1500">
                <a:highlight>
                  <a:schemeClr val="accent4"/>
                </a:highlight>
              </a:defRPr>
            </a:lvl8pPr>
            <a:lvl9pPr lvl="8">
              <a:lnSpc>
                <a:spcPct val="80000"/>
              </a:lnSpc>
              <a:spcBef>
                <a:spcPts val="0"/>
              </a:spcBef>
              <a:spcAft>
                <a:spcPts val="0"/>
              </a:spcAft>
              <a:buSzPts val="1500"/>
              <a:buFont typeface="Space Grotesk"/>
              <a:buNone/>
              <a:defRPr sz="1500">
                <a:highlight>
                  <a:schemeClr val="accent4"/>
                </a:highlight>
              </a:defRPr>
            </a:lvl9pPr>
          </a:lstStyle>
          <a:p>
            <a:endParaRPr/>
          </a:p>
        </p:txBody>
      </p:sp>
      <p:sp>
        <p:nvSpPr>
          <p:cNvPr id="613" name="Google Shape;613;p57"/>
          <p:cNvSpPr txBox="1">
            <a:spLocks noGrp="1"/>
          </p:cNvSpPr>
          <p:nvPr>
            <p:ph type="subTitle" idx="5"/>
          </p:nvPr>
        </p:nvSpPr>
        <p:spPr>
          <a:xfrm>
            <a:off x="3135975" y="4097621"/>
            <a:ext cx="2781000" cy="3540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500"/>
              <a:buFont typeface="Space Grotesk"/>
              <a:buNone/>
              <a:defRPr sz="1500">
                <a:highlight>
                  <a:schemeClr val="accent5"/>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a:endParaRPr/>
          </a:p>
        </p:txBody>
      </p:sp>
      <p:sp>
        <p:nvSpPr>
          <p:cNvPr id="614" name="Google Shape;614;p57"/>
          <p:cNvSpPr txBox="1">
            <a:spLocks noGrp="1"/>
          </p:cNvSpPr>
          <p:nvPr>
            <p:ph type="title"/>
          </p:nvPr>
        </p:nvSpPr>
        <p:spPr>
          <a:xfrm>
            <a:off x="237641" y="203879"/>
            <a:ext cx="6480300" cy="212400"/>
          </a:xfrm>
          <a:prstGeom prst="rect">
            <a:avLst/>
          </a:prstGeom>
        </p:spPr>
        <p:txBody>
          <a:bodyPr spcFirstLastPara="1" wrap="square" lIns="0" tIns="0" rIns="0" bIns="0" anchor="t" anchorCtr="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Arial"/>
                <a:ea typeface="Arial"/>
                <a:cs typeface="Arial"/>
                <a:sym typeface="Arial"/>
              </a:defRPr>
            </a:lvl2pPr>
            <a:lvl3pPr lvl="2">
              <a:lnSpc>
                <a:spcPct val="115000"/>
              </a:lnSpc>
              <a:spcBef>
                <a:spcPts val="0"/>
              </a:spcBef>
              <a:spcAft>
                <a:spcPts val="0"/>
              </a:spcAft>
              <a:buSzPts val="2800"/>
              <a:buNone/>
              <a:defRPr sz="3000">
                <a:latin typeface="Arial"/>
                <a:ea typeface="Arial"/>
                <a:cs typeface="Arial"/>
                <a:sym typeface="Arial"/>
              </a:defRPr>
            </a:lvl3pPr>
            <a:lvl4pPr lvl="3">
              <a:lnSpc>
                <a:spcPct val="115000"/>
              </a:lnSpc>
              <a:spcBef>
                <a:spcPts val="0"/>
              </a:spcBef>
              <a:spcAft>
                <a:spcPts val="0"/>
              </a:spcAft>
              <a:buSzPts val="2800"/>
              <a:buNone/>
              <a:defRPr sz="3000">
                <a:latin typeface="Arial"/>
                <a:ea typeface="Arial"/>
                <a:cs typeface="Arial"/>
                <a:sym typeface="Arial"/>
              </a:defRPr>
            </a:lvl4pPr>
            <a:lvl5pPr lvl="4">
              <a:lnSpc>
                <a:spcPct val="115000"/>
              </a:lnSpc>
              <a:spcBef>
                <a:spcPts val="0"/>
              </a:spcBef>
              <a:spcAft>
                <a:spcPts val="0"/>
              </a:spcAft>
              <a:buSzPts val="2800"/>
              <a:buNone/>
              <a:defRPr sz="3000">
                <a:latin typeface="Arial"/>
                <a:ea typeface="Arial"/>
                <a:cs typeface="Arial"/>
                <a:sym typeface="Arial"/>
              </a:defRPr>
            </a:lvl5pPr>
            <a:lvl6pPr lvl="5">
              <a:lnSpc>
                <a:spcPct val="115000"/>
              </a:lnSpc>
              <a:spcBef>
                <a:spcPts val="0"/>
              </a:spcBef>
              <a:spcAft>
                <a:spcPts val="0"/>
              </a:spcAft>
              <a:buSzPts val="2800"/>
              <a:buNone/>
              <a:defRPr sz="3000">
                <a:latin typeface="Arial"/>
                <a:ea typeface="Arial"/>
                <a:cs typeface="Arial"/>
                <a:sym typeface="Arial"/>
              </a:defRPr>
            </a:lvl6pPr>
            <a:lvl7pPr lvl="6">
              <a:lnSpc>
                <a:spcPct val="115000"/>
              </a:lnSpc>
              <a:spcBef>
                <a:spcPts val="0"/>
              </a:spcBef>
              <a:spcAft>
                <a:spcPts val="0"/>
              </a:spcAft>
              <a:buSzPts val="2800"/>
              <a:buNone/>
              <a:defRPr sz="3000">
                <a:latin typeface="Arial"/>
                <a:ea typeface="Arial"/>
                <a:cs typeface="Arial"/>
                <a:sym typeface="Arial"/>
              </a:defRPr>
            </a:lvl7pPr>
            <a:lvl8pPr lvl="7">
              <a:lnSpc>
                <a:spcPct val="115000"/>
              </a:lnSpc>
              <a:spcBef>
                <a:spcPts val="0"/>
              </a:spcBef>
              <a:spcAft>
                <a:spcPts val="0"/>
              </a:spcAft>
              <a:buSzPts val="2800"/>
              <a:buNone/>
              <a:defRPr sz="3000">
                <a:latin typeface="Arial"/>
                <a:ea typeface="Arial"/>
                <a:cs typeface="Arial"/>
                <a:sym typeface="Arial"/>
              </a:defRPr>
            </a:lvl8pPr>
            <a:lvl9pPr lvl="8">
              <a:lnSpc>
                <a:spcPct val="115000"/>
              </a:lnSpc>
              <a:spcBef>
                <a:spcPts val="0"/>
              </a:spcBef>
              <a:spcAft>
                <a:spcPts val="0"/>
              </a:spcAft>
              <a:buSzPts val="2800"/>
              <a:buNone/>
              <a:defRPr sz="3000">
                <a:latin typeface="Arial"/>
                <a:ea typeface="Arial"/>
                <a:cs typeface="Arial"/>
                <a:sym typeface="Arial"/>
              </a:defRPr>
            </a:lvl9pPr>
          </a:lstStyle>
          <a:p>
            <a:endParaRPr/>
          </a:p>
        </p:txBody>
      </p:sp>
      <p:sp>
        <p:nvSpPr>
          <p:cNvPr id="615" name="Google Shape;615;p57"/>
          <p:cNvSpPr txBox="1">
            <a:spLocks noGrp="1"/>
          </p:cNvSpPr>
          <p:nvPr>
            <p:ph type="subTitle" idx="6"/>
          </p:nvPr>
        </p:nvSpPr>
        <p:spPr>
          <a:xfrm>
            <a:off x="246850" y="3513916"/>
            <a:ext cx="27930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a:endParaRPr/>
          </a:p>
        </p:txBody>
      </p:sp>
      <p:sp>
        <p:nvSpPr>
          <p:cNvPr id="616" name="Google Shape;616;p57"/>
          <p:cNvSpPr txBox="1">
            <a:spLocks noGrp="1"/>
          </p:cNvSpPr>
          <p:nvPr>
            <p:ph type="subTitle" idx="7"/>
          </p:nvPr>
        </p:nvSpPr>
        <p:spPr>
          <a:xfrm>
            <a:off x="246850" y="3676931"/>
            <a:ext cx="26958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a:endParaRPr/>
          </a:p>
        </p:txBody>
      </p:sp>
      <p:sp>
        <p:nvSpPr>
          <p:cNvPr id="617" name="Google Shape;617;p57"/>
          <p:cNvSpPr txBox="1">
            <a:spLocks noGrp="1"/>
          </p:cNvSpPr>
          <p:nvPr>
            <p:ph type="subTitle" idx="8"/>
          </p:nvPr>
        </p:nvSpPr>
        <p:spPr>
          <a:xfrm>
            <a:off x="246850" y="4098291"/>
            <a:ext cx="27930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a:endParaRPr/>
          </a:p>
        </p:txBody>
      </p:sp>
      <p:sp>
        <p:nvSpPr>
          <p:cNvPr id="618" name="Google Shape;618;p57"/>
          <p:cNvSpPr txBox="1">
            <a:spLocks noGrp="1"/>
          </p:cNvSpPr>
          <p:nvPr>
            <p:ph type="subTitle" idx="9"/>
          </p:nvPr>
        </p:nvSpPr>
        <p:spPr>
          <a:xfrm>
            <a:off x="246850" y="4261306"/>
            <a:ext cx="26958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a:endParaRPr/>
          </a:p>
        </p:txBody>
      </p:sp>
      <p:sp>
        <p:nvSpPr>
          <p:cNvPr id="619" name="Google Shape;619;p57"/>
          <p:cNvSpPr txBox="1">
            <a:spLocks noGrp="1"/>
          </p:cNvSpPr>
          <p:nvPr>
            <p:ph type="subTitle" idx="13"/>
          </p:nvPr>
        </p:nvSpPr>
        <p:spPr>
          <a:xfrm>
            <a:off x="3135975" y="2938475"/>
            <a:ext cx="27930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a:endParaRPr/>
          </a:p>
        </p:txBody>
      </p:sp>
      <p:sp>
        <p:nvSpPr>
          <p:cNvPr id="620" name="Google Shape;620;p57"/>
          <p:cNvSpPr txBox="1">
            <a:spLocks noGrp="1"/>
          </p:cNvSpPr>
          <p:nvPr>
            <p:ph type="subTitle" idx="14"/>
          </p:nvPr>
        </p:nvSpPr>
        <p:spPr>
          <a:xfrm>
            <a:off x="3135975" y="3101490"/>
            <a:ext cx="26958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a:endParaRPr/>
          </a:p>
        </p:txBody>
      </p:sp>
      <p:sp>
        <p:nvSpPr>
          <p:cNvPr id="621" name="Google Shape;621;p57"/>
          <p:cNvSpPr txBox="1">
            <a:spLocks noGrp="1"/>
          </p:cNvSpPr>
          <p:nvPr>
            <p:ph type="subTitle" idx="15"/>
          </p:nvPr>
        </p:nvSpPr>
        <p:spPr>
          <a:xfrm>
            <a:off x="3135975" y="3513916"/>
            <a:ext cx="27930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a:endParaRPr/>
          </a:p>
        </p:txBody>
      </p:sp>
      <p:sp>
        <p:nvSpPr>
          <p:cNvPr id="622" name="Google Shape;622;p57"/>
          <p:cNvSpPr txBox="1">
            <a:spLocks noGrp="1"/>
          </p:cNvSpPr>
          <p:nvPr>
            <p:ph type="subTitle" idx="16"/>
          </p:nvPr>
        </p:nvSpPr>
        <p:spPr>
          <a:xfrm>
            <a:off x="3135975" y="3676931"/>
            <a:ext cx="26958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a:endParaRPr/>
          </a:p>
        </p:txBody>
      </p:sp>
      <p:sp>
        <p:nvSpPr>
          <p:cNvPr id="623" name="Google Shape;623;p57"/>
          <p:cNvSpPr txBox="1">
            <a:spLocks noGrp="1"/>
          </p:cNvSpPr>
          <p:nvPr>
            <p:ph type="subTitle" idx="17"/>
          </p:nvPr>
        </p:nvSpPr>
        <p:spPr>
          <a:xfrm>
            <a:off x="3135975" y="4546391"/>
            <a:ext cx="27930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a:endParaRPr/>
          </a:p>
        </p:txBody>
      </p:sp>
      <p:sp>
        <p:nvSpPr>
          <p:cNvPr id="624" name="Google Shape;624;p57"/>
          <p:cNvSpPr txBox="1">
            <a:spLocks noGrp="1"/>
          </p:cNvSpPr>
          <p:nvPr>
            <p:ph type="subTitle" idx="18"/>
          </p:nvPr>
        </p:nvSpPr>
        <p:spPr>
          <a:xfrm>
            <a:off x="3135975" y="4709406"/>
            <a:ext cx="2695800" cy="181500"/>
          </a:xfrm>
          <a:prstGeom prst="rect">
            <a:avLst/>
          </a:prstGeom>
        </p:spPr>
        <p:txBody>
          <a:bodyPr spcFirstLastPara="1" wrap="square" lIns="0" tIns="0" rIns="0" bIns="0" anchor="ctr" anchorCtr="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a:endParaRPr/>
          </a:p>
        </p:txBody>
      </p:sp>
    </p:spTree>
  </p:cSld>
  <p:clrMapOvr>
    <a:masterClrMapping/>
  </p:clrMapOvr>
  <p:extLst>
    <p:ext uri="{DCECCB84-F9BA-43D5-87BE-67443E8EF086}">
      <p15:sldGuideLst xmlns:p15="http://schemas.microsoft.com/office/powerpoint/2012/main">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Next Steps">
  <p:cSld name="BLANK_1_1_1_1_1_1_1_1_1_1_1_1_1_1_1_1_2_1_1">
    <p:spTree>
      <p:nvGrpSpPr>
        <p:cNvPr id="1" name="Shape 625"/>
        <p:cNvGrpSpPr/>
        <p:nvPr/>
      </p:nvGrpSpPr>
      <p:grpSpPr>
        <a:xfrm>
          <a:off x="0" y="0"/>
          <a:ext cx="0" cy="0"/>
          <a:chOff x="0" y="0"/>
          <a:chExt cx="0" cy="0"/>
        </a:xfrm>
      </p:grpSpPr>
      <p:grpSp>
        <p:nvGrpSpPr>
          <p:cNvPr id="626" name="Google Shape;626;p58"/>
          <p:cNvGrpSpPr/>
          <p:nvPr/>
        </p:nvGrpSpPr>
        <p:grpSpPr>
          <a:xfrm>
            <a:off x="3343784" y="3174433"/>
            <a:ext cx="4804343" cy="1969075"/>
            <a:chOff x="4110075" y="3174500"/>
            <a:chExt cx="4385125" cy="2181075"/>
          </a:xfrm>
        </p:grpSpPr>
        <p:sp>
          <p:nvSpPr>
            <p:cNvPr id="627" name="Google Shape;627;p58"/>
            <p:cNvSpPr/>
            <p:nvPr/>
          </p:nvSpPr>
          <p:spPr>
            <a:xfrm>
              <a:off x="5326300" y="4270475"/>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628" name="Google Shape;628;p58"/>
            <p:cNvSpPr/>
            <p:nvPr/>
          </p:nvSpPr>
          <p:spPr>
            <a:xfrm>
              <a:off x="4707825" y="3698700"/>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629" name="Google Shape;629;p58"/>
            <p:cNvSpPr/>
            <p:nvPr/>
          </p:nvSpPr>
          <p:spPr>
            <a:xfrm>
              <a:off x="4110075" y="3174500"/>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grpSp>
      <p:grpSp>
        <p:nvGrpSpPr>
          <p:cNvPr id="630" name="Google Shape;630;p58"/>
          <p:cNvGrpSpPr/>
          <p:nvPr/>
        </p:nvGrpSpPr>
        <p:grpSpPr>
          <a:xfrm>
            <a:off x="4340393" y="1752191"/>
            <a:ext cx="4804343" cy="1969075"/>
            <a:chOff x="4110075" y="3174500"/>
            <a:chExt cx="4385125" cy="2181075"/>
          </a:xfrm>
        </p:grpSpPr>
        <p:sp>
          <p:nvSpPr>
            <p:cNvPr id="631" name="Google Shape;631;p58"/>
            <p:cNvSpPr/>
            <p:nvPr/>
          </p:nvSpPr>
          <p:spPr>
            <a:xfrm>
              <a:off x="5326300" y="4270475"/>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32" name="Google Shape;632;p58"/>
            <p:cNvSpPr/>
            <p:nvPr/>
          </p:nvSpPr>
          <p:spPr>
            <a:xfrm>
              <a:off x="4707825" y="3698700"/>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33" name="Google Shape;633;p58"/>
            <p:cNvSpPr/>
            <p:nvPr/>
          </p:nvSpPr>
          <p:spPr>
            <a:xfrm>
              <a:off x="4110075" y="3174500"/>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grpSp>
        <p:nvGrpSpPr>
          <p:cNvPr id="634" name="Google Shape;634;p58"/>
          <p:cNvGrpSpPr/>
          <p:nvPr/>
        </p:nvGrpSpPr>
        <p:grpSpPr>
          <a:xfrm>
            <a:off x="4790942" y="0"/>
            <a:ext cx="4353074" cy="2254435"/>
            <a:chOff x="5469800" y="-26200"/>
            <a:chExt cx="3674100" cy="2368850"/>
          </a:xfrm>
        </p:grpSpPr>
        <p:sp>
          <p:nvSpPr>
            <p:cNvPr id="635" name="Google Shape;635;p58"/>
            <p:cNvSpPr/>
            <p:nvPr/>
          </p:nvSpPr>
          <p:spPr>
            <a:xfrm>
              <a:off x="5701100" y="1018750"/>
              <a:ext cx="3442800" cy="1323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36" name="Google Shape;636;p58"/>
            <p:cNvSpPr/>
            <p:nvPr/>
          </p:nvSpPr>
          <p:spPr>
            <a:xfrm>
              <a:off x="5469800" y="-26200"/>
              <a:ext cx="3674100" cy="19446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grpSp>
        <p:nvGrpSpPr>
          <p:cNvPr id="637" name="Google Shape;637;p58"/>
          <p:cNvGrpSpPr/>
          <p:nvPr/>
        </p:nvGrpSpPr>
        <p:grpSpPr>
          <a:xfrm>
            <a:off x="4340407" y="3174433"/>
            <a:ext cx="4804343" cy="1969075"/>
            <a:chOff x="4110075" y="3174500"/>
            <a:chExt cx="4385125" cy="2181075"/>
          </a:xfrm>
        </p:grpSpPr>
        <p:sp>
          <p:nvSpPr>
            <p:cNvPr id="638" name="Google Shape;638;p58"/>
            <p:cNvSpPr/>
            <p:nvPr/>
          </p:nvSpPr>
          <p:spPr>
            <a:xfrm>
              <a:off x="5326300" y="4270475"/>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39" name="Google Shape;639;p58"/>
            <p:cNvSpPr/>
            <p:nvPr/>
          </p:nvSpPr>
          <p:spPr>
            <a:xfrm>
              <a:off x="4707825" y="3698700"/>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sp>
          <p:nvSpPr>
            <p:cNvPr id="640" name="Google Shape;640;p58"/>
            <p:cNvSpPr/>
            <p:nvPr/>
          </p:nvSpPr>
          <p:spPr>
            <a:xfrm>
              <a:off x="4110075" y="3174500"/>
              <a:ext cx="3168900" cy="1085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Medium"/>
                <a:ea typeface="Space Grotesk Medium"/>
                <a:cs typeface="Space Grotesk Medium"/>
                <a:sym typeface="Space Grotesk Medium"/>
              </a:endParaRPr>
            </a:p>
          </p:txBody>
        </p:sp>
      </p:grpSp>
      <p:sp>
        <p:nvSpPr>
          <p:cNvPr id="641" name="Google Shape;641;p58"/>
          <p:cNvSpPr txBox="1">
            <a:spLocks noGrp="1"/>
          </p:cNvSpPr>
          <p:nvPr>
            <p:ph type="subTitle" idx="1"/>
          </p:nvPr>
        </p:nvSpPr>
        <p:spPr>
          <a:xfrm>
            <a:off x="5619076" y="1752200"/>
            <a:ext cx="2247600" cy="5067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a:endParaRPr/>
          </a:p>
        </p:txBody>
      </p:sp>
      <p:sp>
        <p:nvSpPr>
          <p:cNvPr id="642" name="Google Shape;642;p58"/>
          <p:cNvSpPr txBox="1">
            <a:spLocks noGrp="1"/>
          </p:cNvSpPr>
          <p:nvPr>
            <p:ph type="subTitle" idx="2"/>
          </p:nvPr>
        </p:nvSpPr>
        <p:spPr>
          <a:xfrm>
            <a:off x="5619076" y="2971501"/>
            <a:ext cx="2291400" cy="4866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a:endParaRPr/>
          </a:p>
        </p:txBody>
      </p:sp>
      <p:sp>
        <p:nvSpPr>
          <p:cNvPr id="643" name="Google Shape;643;p58"/>
          <p:cNvSpPr txBox="1">
            <a:spLocks noGrp="1"/>
          </p:cNvSpPr>
          <p:nvPr>
            <p:ph type="subTitle" idx="3"/>
          </p:nvPr>
        </p:nvSpPr>
        <p:spPr>
          <a:xfrm>
            <a:off x="5619076" y="603850"/>
            <a:ext cx="2291400" cy="5067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a:endParaRPr/>
          </a:p>
        </p:txBody>
      </p:sp>
      <p:sp>
        <p:nvSpPr>
          <p:cNvPr id="644" name="Google Shape;644;p58"/>
          <p:cNvSpPr txBox="1">
            <a:spLocks noGrp="1"/>
          </p:cNvSpPr>
          <p:nvPr>
            <p:ph type="subTitle" idx="4"/>
          </p:nvPr>
        </p:nvSpPr>
        <p:spPr>
          <a:xfrm>
            <a:off x="5619076" y="2339999"/>
            <a:ext cx="2436300" cy="48660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a:endParaRPr/>
          </a:p>
        </p:txBody>
      </p:sp>
      <p:sp>
        <p:nvSpPr>
          <p:cNvPr id="645" name="Google Shape;645;p58"/>
          <p:cNvSpPr txBox="1">
            <a:spLocks noGrp="1"/>
          </p:cNvSpPr>
          <p:nvPr>
            <p:ph type="subTitle" idx="5"/>
          </p:nvPr>
        </p:nvSpPr>
        <p:spPr>
          <a:xfrm>
            <a:off x="5619076" y="1179625"/>
            <a:ext cx="2436300" cy="48660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a:endParaRPr/>
          </a:p>
        </p:txBody>
      </p:sp>
      <p:sp>
        <p:nvSpPr>
          <p:cNvPr id="646" name="Google Shape;646;p58"/>
          <p:cNvSpPr txBox="1">
            <a:spLocks noGrp="1"/>
          </p:cNvSpPr>
          <p:nvPr>
            <p:ph type="subTitle" idx="6"/>
          </p:nvPr>
        </p:nvSpPr>
        <p:spPr>
          <a:xfrm>
            <a:off x="5619076" y="3518350"/>
            <a:ext cx="2436300" cy="486600"/>
          </a:xfrm>
          <a:prstGeom prst="rect">
            <a:avLst/>
          </a:prstGeom>
        </p:spPr>
        <p:txBody>
          <a:bodyPr spcFirstLastPara="1" wrap="square" lIns="0" tIns="0" rIns="0" bIns="0" anchor="t" anchorCtr="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a:endParaRPr/>
          </a:p>
        </p:txBody>
      </p:sp>
      <p:sp>
        <p:nvSpPr>
          <p:cNvPr id="647" name="Google Shape;647;p58"/>
          <p:cNvSpPr txBox="1">
            <a:spLocks noGrp="1"/>
          </p:cNvSpPr>
          <p:nvPr>
            <p:ph type="title"/>
          </p:nvPr>
        </p:nvSpPr>
        <p:spPr>
          <a:xfrm>
            <a:off x="743700" y="743700"/>
            <a:ext cx="4686000" cy="18369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a:endParaRPr/>
          </a:p>
        </p:txBody>
      </p:sp>
    </p:spTree>
  </p:cSld>
  <p:clrMapOvr>
    <a:masterClrMapping/>
  </p:clrMapOvr>
  <p:extLst>
    <p:ext uri="{DCECCB84-F9BA-43D5-87BE-67443E8EF086}">
      <p15:sldGuideLst xmlns:p15="http://schemas.microsoft.com/office/powerpoint/2012/main">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Main point - Alt 1">
  <p:cSld name="BLANK_1_1_1_1_1_1_2">
    <p:bg>
      <p:bgPr>
        <a:solidFill>
          <a:schemeClr val="accent2"/>
        </a:solidFill>
        <a:effectLst/>
      </p:bgPr>
    </p:bg>
    <p:spTree>
      <p:nvGrpSpPr>
        <p:cNvPr id="1" name="Shape 648"/>
        <p:cNvGrpSpPr/>
        <p:nvPr/>
      </p:nvGrpSpPr>
      <p:grpSpPr>
        <a:xfrm>
          <a:off x="0" y="0"/>
          <a:ext cx="0" cy="0"/>
          <a:chOff x="0" y="0"/>
          <a:chExt cx="0" cy="0"/>
        </a:xfrm>
      </p:grpSpPr>
      <p:grpSp>
        <p:nvGrpSpPr>
          <p:cNvPr id="649" name="Google Shape;649;p59"/>
          <p:cNvGrpSpPr/>
          <p:nvPr/>
        </p:nvGrpSpPr>
        <p:grpSpPr>
          <a:xfrm>
            <a:off x="2337800" y="-3225"/>
            <a:ext cx="6806000" cy="5187625"/>
            <a:chOff x="2337800" y="-3225"/>
            <a:chExt cx="6806000" cy="5187625"/>
          </a:xfrm>
        </p:grpSpPr>
        <p:sp>
          <p:nvSpPr>
            <p:cNvPr id="650" name="Google Shape;650;p59"/>
            <p:cNvSpPr/>
            <p:nvPr/>
          </p:nvSpPr>
          <p:spPr>
            <a:xfrm>
              <a:off x="4521450" y="1439175"/>
              <a:ext cx="4018800" cy="902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latin typeface="Space Grotesk Medium"/>
                <a:ea typeface="Space Grotesk Medium"/>
                <a:cs typeface="Space Grotesk Medium"/>
                <a:sym typeface="Space Grotesk Medium"/>
              </a:endParaRPr>
            </a:p>
          </p:txBody>
        </p:sp>
        <p:sp>
          <p:nvSpPr>
            <p:cNvPr id="651" name="Google Shape;651;p59"/>
            <p:cNvSpPr/>
            <p:nvPr/>
          </p:nvSpPr>
          <p:spPr>
            <a:xfrm>
              <a:off x="3555075" y="2289675"/>
              <a:ext cx="3597000" cy="1442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latin typeface="Space Grotesk Medium"/>
                <a:ea typeface="Space Grotesk Medium"/>
                <a:cs typeface="Space Grotesk Medium"/>
                <a:sym typeface="Space Grotesk Medium"/>
              </a:endParaRPr>
            </a:p>
          </p:txBody>
        </p:sp>
        <p:sp>
          <p:nvSpPr>
            <p:cNvPr id="652" name="Google Shape;652;p59"/>
            <p:cNvSpPr/>
            <p:nvPr/>
          </p:nvSpPr>
          <p:spPr>
            <a:xfrm>
              <a:off x="5626900" y="-3225"/>
              <a:ext cx="3516900" cy="1836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latin typeface="Space Grotesk Medium"/>
                <a:ea typeface="Space Grotesk Medium"/>
                <a:cs typeface="Space Grotesk Medium"/>
                <a:sym typeface="Space Grotesk Medium"/>
              </a:endParaRPr>
            </a:p>
          </p:txBody>
        </p:sp>
        <p:sp>
          <p:nvSpPr>
            <p:cNvPr id="653" name="Google Shape;653;p59"/>
            <p:cNvSpPr/>
            <p:nvPr/>
          </p:nvSpPr>
          <p:spPr>
            <a:xfrm>
              <a:off x="2337800" y="3695800"/>
              <a:ext cx="3597000" cy="1488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latin typeface="Space Grotesk Medium"/>
                <a:ea typeface="Space Grotesk Medium"/>
                <a:cs typeface="Space Grotesk Medium"/>
                <a:sym typeface="Space Grotesk Medium"/>
              </a:endParaRPr>
            </a:p>
          </p:txBody>
        </p:sp>
      </p:grpSp>
      <p:sp>
        <p:nvSpPr>
          <p:cNvPr id="654" name="Google Shape;654;p59"/>
          <p:cNvSpPr txBox="1">
            <a:spLocks noGrp="1"/>
          </p:cNvSpPr>
          <p:nvPr>
            <p:ph type="title"/>
          </p:nvPr>
        </p:nvSpPr>
        <p:spPr>
          <a:xfrm>
            <a:off x="743700" y="743700"/>
            <a:ext cx="4299000" cy="1792500"/>
          </a:xfrm>
          <a:prstGeom prst="rect">
            <a:avLst/>
          </a:prstGeom>
        </p:spPr>
        <p:txBody>
          <a:bodyPr spcFirstLastPara="1" wrap="square" lIns="0" tIns="0" rIns="0" bIns="0" anchor="t" anchorCtr="0">
            <a:sp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a:endParaRPr/>
          </a:p>
        </p:txBody>
      </p:sp>
      <p:sp>
        <p:nvSpPr>
          <p:cNvPr id="655" name="Google Shape;655;p59"/>
          <p:cNvSpPr txBox="1">
            <a:spLocks noGrp="1"/>
          </p:cNvSpPr>
          <p:nvPr>
            <p:ph type="title" idx="2"/>
          </p:nvPr>
        </p:nvSpPr>
        <p:spPr>
          <a:xfrm>
            <a:off x="3872475" y="2694025"/>
            <a:ext cx="2962200" cy="1705800"/>
          </a:xfrm>
          <a:prstGeom prst="rect">
            <a:avLst/>
          </a:prstGeom>
        </p:spPr>
        <p:txBody>
          <a:bodyPr spcFirstLastPara="1" wrap="square" lIns="0" tIns="0" rIns="0" bIns="0" anchor="t" anchorCtr="0">
            <a:noAutofit/>
          </a:bodyPr>
          <a:lstStyle>
            <a:lvl1pPr lvl="0">
              <a:spcBef>
                <a:spcPts val="0"/>
              </a:spcBef>
              <a:spcAft>
                <a:spcPts val="0"/>
              </a:spcAft>
              <a:buSzPts val="1500"/>
              <a:buFont typeface="Space Grotesk Medium"/>
              <a:buNone/>
              <a:defRPr sz="1500"/>
            </a:lvl1pPr>
            <a:lvl2pPr lvl="1">
              <a:spcBef>
                <a:spcPts val="0"/>
              </a:spcBef>
              <a:spcAft>
                <a:spcPts val="0"/>
              </a:spcAft>
              <a:buSzPts val="1500"/>
              <a:buFont typeface="Space Grotesk Medium"/>
              <a:buNone/>
              <a:defRPr sz="1500"/>
            </a:lvl2pPr>
            <a:lvl3pPr lvl="2">
              <a:spcBef>
                <a:spcPts val="0"/>
              </a:spcBef>
              <a:spcAft>
                <a:spcPts val="0"/>
              </a:spcAft>
              <a:buSzPts val="1500"/>
              <a:buFont typeface="Space Grotesk Medium"/>
              <a:buNone/>
              <a:defRPr sz="1500"/>
            </a:lvl3pPr>
            <a:lvl4pPr lvl="3">
              <a:spcBef>
                <a:spcPts val="0"/>
              </a:spcBef>
              <a:spcAft>
                <a:spcPts val="0"/>
              </a:spcAft>
              <a:buSzPts val="1500"/>
              <a:buFont typeface="Space Grotesk Medium"/>
              <a:buNone/>
              <a:defRPr sz="1500"/>
            </a:lvl4pPr>
            <a:lvl5pPr lvl="4">
              <a:spcBef>
                <a:spcPts val="0"/>
              </a:spcBef>
              <a:spcAft>
                <a:spcPts val="0"/>
              </a:spcAft>
              <a:buSzPts val="1500"/>
              <a:buFont typeface="Space Grotesk Medium"/>
              <a:buNone/>
              <a:defRPr sz="1500"/>
            </a:lvl5pPr>
            <a:lvl6pPr lvl="5">
              <a:spcBef>
                <a:spcPts val="0"/>
              </a:spcBef>
              <a:spcAft>
                <a:spcPts val="0"/>
              </a:spcAft>
              <a:buSzPts val="1500"/>
              <a:buFont typeface="Space Grotesk Medium"/>
              <a:buNone/>
              <a:defRPr sz="1500"/>
            </a:lvl6pPr>
            <a:lvl7pPr lvl="6">
              <a:spcBef>
                <a:spcPts val="0"/>
              </a:spcBef>
              <a:spcAft>
                <a:spcPts val="0"/>
              </a:spcAft>
              <a:buSzPts val="1500"/>
              <a:buFont typeface="Space Grotesk Medium"/>
              <a:buNone/>
              <a:defRPr sz="1500"/>
            </a:lvl7pPr>
            <a:lvl8pPr lvl="7">
              <a:spcBef>
                <a:spcPts val="0"/>
              </a:spcBef>
              <a:spcAft>
                <a:spcPts val="0"/>
              </a:spcAft>
              <a:buSzPts val="1500"/>
              <a:buFont typeface="Space Grotesk Medium"/>
              <a:buNone/>
              <a:defRPr sz="1500"/>
            </a:lvl8pPr>
            <a:lvl9pPr lvl="8">
              <a:spcBef>
                <a:spcPts val="0"/>
              </a:spcBef>
              <a:spcAft>
                <a:spcPts val="0"/>
              </a:spcAft>
              <a:buSzPts val="1500"/>
              <a:buFont typeface="Space Grotesk Medium"/>
              <a:buNone/>
              <a:defRPr sz="1500"/>
            </a:lvl9pPr>
          </a:lstStyle>
          <a:p>
            <a:endParaRPr/>
          </a:p>
        </p:txBody>
      </p:sp>
      <p:pic>
        <p:nvPicPr>
          <p:cNvPr id="656" name="Google Shape;656;p59"/>
          <p:cNvPicPr preferRelativeResize="0"/>
          <p:nvPr/>
        </p:nvPicPr>
        <p:blipFill rotWithShape="1">
          <a:blip r:embed="rId2">
            <a:alphaModFix/>
          </a:blip>
          <a:srcRect l="8382" t="26262" r="59408" b="47660"/>
          <a:stretch/>
        </p:blipFill>
        <p:spPr>
          <a:xfrm>
            <a:off x="642782" y="4271023"/>
            <a:ext cx="201843" cy="163413"/>
          </a:xfrm>
          <a:prstGeom prst="rect">
            <a:avLst/>
          </a:prstGeom>
          <a:noFill/>
          <a:ln>
            <a:noFill/>
          </a:ln>
        </p:spPr>
      </p:pic>
      <p:pic>
        <p:nvPicPr>
          <p:cNvPr id="657" name="Google Shape;657;p59"/>
          <p:cNvPicPr preferRelativeResize="0"/>
          <p:nvPr/>
        </p:nvPicPr>
        <p:blipFill rotWithShape="1">
          <a:blip r:embed="rId2">
            <a:alphaModFix/>
          </a:blip>
          <a:srcRect l="8382" t="26262" r="59408" b="47660"/>
          <a:stretch/>
        </p:blipFill>
        <p:spPr>
          <a:xfrm>
            <a:off x="7688117" y="4164648"/>
            <a:ext cx="201843" cy="163413"/>
          </a:xfrm>
          <a:prstGeom prst="rect">
            <a:avLst/>
          </a:prstGeom>
          <a:noFill/>
          <a:ln>
            <a:noFill/>
          </a:ln>
        </p:spPr>
      </p:pic>
      <p:pic>
        <p:nvPicPr>
          <p:cNvPr id="658" name="Google Shape;658;p59"/>
          <p:cNvPicPr preferRelativeResize="0"/>
          <p:nvPr/>
        </p:nvPicPr>
        <p:blipFill rotWithShape="1">
          <a:blip r:embed="rId2">
            <a:alphaModFix/>
          </a:blip>
          <a:srcRect l="8382" t="26262" r="59408" b="47660"/>
          <a:stretch/>
        </p:blipFill>
        <p:spPr>
          <a:xfrm>
            <a:off x="7972601" y="3033048"/>
            <a:ext cx="201843" cy="163413"/>
          </a:xfrm>
          <a:prstGeom prst="rect">
            <a:avLst/>
          </a:prstGeom>
          <a:noFill/>
          <a:ln>
            <a:noFill/>
          </a:ln>
        </p:spPr>
      </p:pic>
      <p:pic>
        <p:nvPicPr>
          <p:cNvPr id="659" name="Google Shape;659;p59"/>
          <p:cNvPicPr preferRelativeResize="0"/>
          <p:nvPr/>
        </p:nvPicPr>
        <p:blipFill rotWithShape="1">
          <a:blip r:embed="rId2">
            <a:alphaModFix/>
          </a:blip>
          <a:srcRect l="8382" t="26262" r="59408" b="47660"/>
          <a:stretch/>
        </p:blipFill>
        <p:spPr>
          <a:xfrm>
            <a:off x="4521457" y="445923"/>
            <a:ext cx="201843" cy="163413"/>
          </a:xfrm>
          <a:prstGeom prst="rect">
            <a:avLst/>
          </a:prstGeom>
          <a:noFill/>
          <a:ln>
            <a:noFill/>
          </a:ln>
        </p:spPr>
      </p:pic>
      <p:pic>
        <p:nvPicPr>
          <p:cNvPr id="660" name="Google Shape;660;p59"/>
          <p:cNvPicPr preferRelativeResize="0"/>
          <p:nvPr/>
        </p:nvPicPr>
        <p:blipFill rotWithShape="1">
          <a:blip r:embed="rId3">
            <a:alphaModFix/>
          </a:blip>
          <a:srcRect l="6521" r="6520"/>
          <a:stretch/>
        </p:blipFill>
        <p:spPr>
          <a:xfrm>
            <a:off x="7284429" y="4399798"/>
            <a:ext cx="201844" cy="163413"/>
          </a:xfrm>
          <a:prstGeom prst="rect">
            <a:avLst/>
          </a:prstGeom>
          <a:noFill/>
          <a:ln>
            <a:noFill/>
          </a:ln>
        </p:spPr>
      </p:pic>
      <p:pic>
        <p:nvPicPr>
          <p:cNvPr id="661" name="Google Shape;661;p59"/>
          <p:cNvPicPr preferRelativeResize="0"/>
          <p:nvPr/>
        </p:nvPicPr>
        <p:blipFill rotWithShape="1">
          <a:blip r:embed="rId3">
            <a:alphaModFix/>
          </a:blip>
          <a:srcRect l="6521" r="6520"/>
          <a:stretch/>
        </p:blipFill>
        <p:spPr>
          <a:xfrm>
            <a:off x="3555079" y="1833673"/>
            <a:ext cx="201844" cy="163413"/>
          </a:xfrm>
          <a:prstGeom prst="rect">
            <a:avLst/>
          </a:prstGeom>
          <a:noFill/>
          <a:ln>
            <a:noFill/>
          </a:ln>
        </p:spPr>
      </p:pic>
      <p:pic>
        <p:nvPicPr>
          <p:cNvPr id="662" name="Google Shape;662;p59"/>
          <p:cNvPicPr preferRelativeResize="0"/>
          <p:nvPr/>
        </p:nvPicPr>
        <p:blipFill rotWithShape="1">
          <a:blip r:embed="rId4">
            <a:alphaModFix/>
          </a:blip>
          <a:srcRect l="6521" r="6520"/>
          <a:stretch/>
        </p:blipFill>
        <p:spPr>
          <a:xfrm>
            <a:off x="3171717" y="4206373"/>
            <a:ext cx="201844" cy="163413"/>
          </a:xfrm>
          <a:prstGeom prst="rect">
            <a:avLst/>
          </a:prstGeom>
          <a:noFill/>
          <a:ln>
            <a:noFill/>
          </a:ln>
        </p:spPr>
      </p:pic>
      <p:pic>
        <p:nvPicPr>
          <p:cNvPr id="663" name="Google Shape;663;p59"/>
          <p:cNvPicPr preferRelativeResize="0"/>
          <p:nvPr/>
        </p:nvPicPr>
        <p:blipFill rotWithShape="1">
          <a:blip r:embed="rId4">
            <a:alphaModFix/>
          </a:blip>
          <a:srcRect l="6521" r="6520"/>
          <a:stretch/>
        </p:blipFill>
        <p:spPr>
          <a:xfrm>
            <a:off x="6834679" y="504998"/>
            <a:ext cx="201844" cy="163413"/>
          </a:xfrm>
          <a:prstGeom prst="rect">
            <a:avLst/>
          </a:prstGeom>
          <a:noFill/>
          <a:ln>
            <a:noFill/>
          </a:ln>
        </p:spPr>
      </p:pic>
      <p:pic>
        <p:nvPicPr>
          <p:cNvPr id="664" name="Google Shape;664;p59"/>
          <p:cNvPicPr preferRelativeResize="0"/>
          <p:nvPr/>
        </p:nvPicPr>
        <p:blipFill rotWithShape="1">
          <a:blip r:embed="rId3">
            <a:alphaModFix/>
          </a:blip>
          <a:srcRect l="6521" r="6520"/>
          <a:stretch/>
        </p:blipFill>
        <p:spPr>
          <a:xfrm>
            <a:off x="1392254" y="3161673"/>
            <a:ext cx="201844" cy="163413"/>
          </a:xfrm>
          <a:prstGeom prst="rect">
            <a:avLst/>
          </a:prstGeom>
          <a:noFill/>
          <a:ln>
            <a:noFill/>
          </a:ln>
        </p:spPr>
      </p:pic>
      <p:grpSp>
        <p:nvGrpSpPr>
          <p:cNvPr id="665" name="Google Shape;665;p59"/>
          <p:cNvGrpSpPr/>
          <p:nvPr/>
        </p:nvGrpSpPr>
        <p:grpSpPr>
          <a:xfrm>
            <a:off x="7517552" y="1728897"/>
            <a:ext cx="139297" cy="110523"/>
            <a:chOff x="2601950" y="1974675"/>
            <a:chExt cx="2474200" cy="1963100"/>
          </a:xfrm>
        </p:grpSpPr>
        <p:sp>
          <p:nvSpPr>
            <p:cNvPr id="666" name="Google Shape;666;p59"/>
            <p:cNvSpPr/>
            <p:nvPr/>
          </p:nvSpPr>
          <p:spPr>
            <a:xfrm>
              <a:off x="2601950"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667" name="Google Shape;667;p59"/>
            <p:cNvSpPr/>
            <p:nvPr/>
          </p:nvSpPr>
          <p:spPr>
            <a:xfrm>
              <a:off x="4454675" y="1974675"/>
              <a:ext cx="621475" cy="621475"/>
            </a:xfrm>
            <a:custGeom>
              <a:avLst/>
              <a:gdLst/>
              <a:ahLst/>
              <a:cxnLst/>
              <a:rect l="l" t="t" r="r" b="b"/>
              <a:pathLst>
                <a:path w="24859" h="24859" extrusionOk="0">
                  <a:moveTo>
                    <a:pt x="0" y="1"/>
                  </a:moveTo>
                  <a:lnTo>
                    <a:pt x="0" y="24859"/>
                  </a:lnTo>
                  <a:lnTo>
                    <a:pt x="24858" y="24859"/>
                  </a:lnTo>
                  <a:lnTo>
                    <a:pt x="248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668" name="Google Shape;668;p59"/>
            <p:cNvSpPr/>
            <p:nvPr/>
          </p:nvSpPr>
          <p:spPr>
            <a:xfrm>
              <a:off x="2601950"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669" name="Google Shape;669;p59"/>
            <p:cNvSpPr/>
            <p:nvPr/>
          </p:nvSpPr>
          <p:spPr>
            <a:xfrm>
              <a:off x="2811025" y="3107225"/>
              <a:ext cx="615675" cy="615675"/>
            </a:xfrm>
            <a:custGeom>
              <a:avLst/>
              <a:gdLst/>
              <a:ahLst/>
              <a:cxnLst/>
              <a:rect l="l" t="t" r="r" b="b"/>
              <a:pathLst>
                <a:path w="24627" h="24627" extrusionOk="0">
                  <a:moveTo>
                    <a:pt x="1" y="1"/>
                  </a:moveTo>
                  <a:lnTo>
                    <a:pt x="1" y="24626"/>
                  </a:lnTo>
                  <a:lnTo>
                    <a:pt x="24626" y="24626"/>
                  </a:lnTo>
                  <a:lnTo>
                    <a:pt x="246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670" name="Google Shape;670;p59"/>
            <p:cNvSpPr/>
            <p:nvPr/>
          </p:nvSpPr>
          <p:spPr>
            <a:xfrm>
              <a:off x="3008500" y="3316325"/>
              <a:ext cx="1759825" cy="621450"/>
            </a:xfrm>
            <a:custGeom>
              <a:avLst/>
              <a:gdLst/>
              <a:ahLst/>
              <a:cxnLst/>
              <a:rect l="l" t="t" r="r" b="b"/>
              <a:pathLst>
                <a:path w="70393" h="24858" extrusionOk="0">
                  <a:moveTo>
                    <a:pt x="0" y="0"/>
                  </a:moveTo>
                  <a:lnTo>
                    <a:pt x="0" y="24858"/>
                  </a:lnTo>
                  <a:lnTo>
                    <a:pt x="70392" y="24858"/>
                  </a:lnTo>
                  <a:lnTo>
                    <a:pt x="703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671" name="Google Shape;671;p59"/>
            <p:cNvSpPr/>
            <p:nvPr/>
          </p:nvSpPr>
          <p:spPr>
            <a:xfrm>
              <a:off x="4251400" y="3107225"/>
              <a:ext cx="615650" cy="615675"/>
            </a:xfrm>
            <a:custGeom>
              <a:avLst/>
              <a:gdLst/>
              <a:ahLst/>
              <a:cxnLst/>
              <a:rect l="l" t="t" r="r" b="b"/>
              <a:pathLst>
                <a:path w="24626" h="24627" extrusionOk="0">
                  <a:moveTo>
                    <a:pt x="0" y="1"/>
                  </a:moveTo>
                  <a:lnTo>
                    <a:pt x="0" y="24626"/>
                  </a:lnTo>
                  <a:lnTo>
                    <a:pt x="24626" y="24626"/>
                  </a:lnTo>
                  <a:lnTo>
                    <a:pt x="246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672" name="Google Shape;672;p59"/>
            <p:cNvSpPr/>
            <p:nvPr/>
          </p:nvSpPr>
          <p:spPr>
            <a:xfrm>
              <a:off x="4454675" y="2903950"/>
              <a:ext cx="621475" cy="621475"/>
            </a:xfrm>
            <a:custGeom>
              <a:avLst/>
              <a:gdLst/>
              <a:ahLst/>
              <a:cxnLst/>
              <a:rect l="l" t="t" r="r" b="b"/>
              <a:pathLst>
                <a:path w="24859" h="24859" extrusionOk="0">
                  <a:moveTo>
                    <a:pt x="0" y="1"/>
                  </a:moveTo>
                  <a:lnTo>
                    <a:pt x="0" y="24858"/>
                  </a:lnTo>
                  <a:lnTo>
                    <a:pt x="24858" y="24858"/>
                  </a:lnTo>
                  <a:lnTo>
                    <a:pt x="2485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xmlns:p15="http://schemas.microsoft.com/office/powerpoint/2012/main">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orient="horz" pos="2772">
          <p15:clr>
            <a:srgbClr val="E46962"/>
          </p15:clr>
        </p15:guide>
        <p15:guide id="6" orient="horz" pos="159">
          <p15:clr>
            <a:srgbClr val="E46962"/>
          </p15:clr>
        </p15:guide>
        <p15:guide id="7" pos="5292">
          <p15:clr>
            <a:srgbClr val="E46962"/>
          </p15:clr>
        </p15:guide>
        <p15:guide id="8" pos="159">
          <p15:clr>
            <a:srgbClr val="E4696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673"/>
        <p:cNvGrpSpPr/>
        <p:nvPr/>
      </p:nvGrpSpPr>
      <p:grpSpPr>
        <a:xfrm>
          <a:off x="0" y="0"/>
          <a:ext cx="0" cy="0"/>
          <a:chOff x="0" y="0"/>
          <a:chExt cx="0" cy="0"/>
        </a:xfrm>
      </p:grpSpPr>
      <p:sp>
        <p:nvSpPr>
          <p:cNvPr id="674" name="Google Shape;674;p6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75" name="Google Shape;675;p6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676"/>
        <p:cNvGrpSpPr/>
        <p:nvPr/>
      </p:nvGrpSpPr>
      <p:grpSpPr>
        <a:xfrm>
          <a:off x="0" y="0"/>
          <a:ext cx="0" cy="0"/>
          <a:chOff x="0" y="0"/>
          <a:chExt cx="0" cy="0"/>
        </a:xfrm>
      </p:grpSpPr>
      <p:sp>
        <p:nvSpPr>
          <p:cNvPr id="677" name="Google Shape;677;p6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678"/>
        <p:cNvGrpSpPr/>
        <p:nvPr/>
      </p:nvGrpSpPr>
      <p:grpSpPr>
        <a:xfrm>
          <a:off x="0" y="0"/>
          <a:ext cx="0" cy="0"/>
          <a:chOff x="0" y="0"/>
          <a:chExt cx="0" cy="0"/>
        </a:xfrm>
      </p:grpSpPr>
      <p:sp>
        <p:nvSpPr>
          <p:cNvPr id="679" name="Google Shape;679;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80" name="Google Shape;680;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681"/>
        <p:cNvGrpSpPr/>
        <p:nvPr/>
      </p:nvGrpSpPr>
      <p:grpSpPr>
        <a:xfrm>
          <a:off x="0" y="0"/>
          <a:ext cx="0" cy="0"/>
          <a:chOff x="0" y="0"/>
          <a:chExt cx="0" cy="0"/>
        </a:xfrm>
      </p:grpSpPr>
      <p:sp>
        <p:nvSpPr>
          <p:cNvPr id="682" name="Google Shape;682;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83" name="Google Shape;683;p63"/>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4" name="Google Shape;684;p6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85"/>
        <p:cNvGrpSpPr/>
        <p:nvPr/>
      </p:nvGrpSpPr>
      <p:grpSpPr>
        <a:xfrm>
          <a:off x="0" y="0"/>
          <a:ext cx="0" cy="0"/>
          <a:chOff x="0" y="0"/>
          <a:chExt cx="0" cy="0"/>
        </a:xfrm>
      </p:grpSpPr>
      <p:sp>
        <p:nvSpPr>
          <p:cNvPr id="686" name="Google Shape;686;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87"/>
        <p:cNvGrpSpPr/>
        <p:nvPr/>
      </p:nvGrpSpPr>
      <p:grpSpPr>
        <a:xfrm>
          <a:off x="0" y="0"/>
          <a:ext cx="0" cy="0"/>
          <a:chOff x="0" y="0"/>
          <a:chExt cx="0" cy="0"/>
        </a:xfrm>
      </p:grpSpPr>
      <p:sp>
        <p:nvSpPr>
          <p:cNvPr id="688" name="Google Shape;688;p65"/>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89" name="Google Shape;689;p65"/>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90"/>
        <p:cNvGrpSpPr/>
        <p:nvPr/>
      </p:nvGrpSpPr>
      <p:grpSpPr>
        <a:xfrm>
          <a:off x="0" y="0"/>
          <a:ext cx="0" cy="0"/>
          <a:chOff x="0" y="0"/>
          <a:chExt cx="0" cy="0"/>
        </a:xfrm>
      </p:grpSpPr>
      <p:sp>
        <p:nvSpPr>
          <p:cNvPr id="691" name="Google Shape;691;p66"/>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92"/>
        <p:cNvGrpSpPr/>
        <p:nvPr/>
      </p:nvGrpSpPr>
      <p:grpSpPr>
        <a:xfrm>
          <a:off x="0" y="0"/>
          <a:ext cx="0" cy="0"/>
          <a:chOff x="0" y="0"/>
          <a:chExt cx="0" cy="0"/>
        </a:xfrm>
      </p:grpSpPr>
      <p:sp>
        <p:nvSpPr>
          <p:cNvPr id="693" name="Google Shape;693;p6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94" name="Google Shape;694;p67"/>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95" name="Google Shape;695;p67"/>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96"/>
        <p:cNvGrpSpPr/>
        <p:nvPr/>
      </p:nvGrpSpPr>
      <p:grpSpPr>
        <a:xfrm>
          <a:off x="0" y="0"/>
          <a:ext cx="0" cy="0"/>
          <a:chOff x="0" y="0"/>
          <a:chExt cx="0" cy="0"/>
        </a:xfrm>
      </p:grpSpPr>
      <p:sp>
        <p:nvSpPr>
          <p:cNvPr id="697" name="Google Shape;697;p68"/>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98"/>
        <p:cNvGrpSpPr/>
        <p:nvPr/>
      </p:nvGrpSpPr>
      <p:grpSpPr>
        <a:xfrm>
          <a:off x="0" y="0"/>
          <a:ext cx="0" cy="0"/>
          <a:chOff x="0" y="0"/>
          <a:chExt cx="0" cy="0"/>
        </a:xfrm>
      </p:grpSpPr>
      <p:sp>
        <p:nvSpPr>
          <p:cNvPr id="699" name="Google Shape;699;p69"/>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00" name="Google Shape;700;p69"/>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1"/>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02"/>
        <p:cNvGrpSpPr/>
        <p:nvPr/>
      </p:nvGrpSpPr>
      <p:grpSpPr>
        <a:xfrm>
          <a:off x="0" y="0"/>
          <a:ext cx="0" cy="0"/>
          <a:chOff x="0" y="0"/>
          <a:chExt cx="0" cy="0"/>
        </a:xfrm>
      </p:grpSpPr>
      <p:sp>
        <p:nvSpPr>
          <p:cNvPr id="703" name="Google Shape;703;p71"/>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04" name="Google Shape;704;p71"/>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05" name="Google Shape;705;p71"/>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06" name="Google Shape;706;p71"/>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07" name="Google Shape;707;p71"/>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08" name="Google Shape;708;p71"/>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09" name="Google Shape;709;p71"/>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710"/>
        <p:cNvGrpSpPr/>
        <p:nvPr/>
      </p:nvGrpSpPr>
      <p:grpSpPr>
        <a:xfrm>
          <a:off x="0" y="0"/>
          <a:ext cx="0" cy="0"/>
          <a:chOff x="0" y="0"/>
          <a:chExt cx="0" cy="0"/>
        </a:xfrm>
      </p:grpSpPr>
      <p:sp>
        <p:nvSpPr>
          <p:cNvPr id="711" name="Google Shape;711;p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12" name="Google Shape;712;p72"/>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13" name="Google Shape;713;p72"/>
          <p:cNvSpPr>
            <a:spLocks noGrp="1"/>
          </p:cNvSpPr>
          <p:nvPr>
            <p:ph type="pic" idx="2"/>
          </p:nvPr>
        </p:nvSpPr>
        <p:spPr>
          <a:xfrm>
            <a:off x="4992024" y="1152775"/>
            <a:ext cx="3840300" cy="3416400"/>
          </a:xfrm>
          <a:prstGeom prst="rect">
            <a:avLst/>
          </a:prstGeom>
          <a:noFill/>
          <a:ln>
            <a:noFill/>
          </a:ln>
        </p:spPr>
        <p:txBody>
          <a:bodyPr/>
          <a:lstStyle/>
          <a:p>
            <a:endParaRPr lang="de-D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714"/>
        <p:cNvGrpSpPr/>
        <p:nvPr/>
      </p:nvGrpSpPr>
      <p:grpSpPr>
        <a:xfrm>
          <a:off x="0" y="0"/>
          <a:ext cx="0" cy="0"/>
          <a:chOff x="0" y="0"/>
          <a:chExt cx="0" cy="0"/>
        </a:xfrm>
      </p:grpSpPr>
      <p:sp>
        <p:nvSpPr>
          <p:cNvPr id="715" name="Google Shape;715;p73"/>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16" name="Google Shape;716;p73"/>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17" name="Google Shape;717;p73"/>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18" name="Google Shape;718;p73"/>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19" name="Google Shape;719;p73"/>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720"/>
        <p:cNvGrpSpPr/>
        <p:nvPr/>
      </p:nvGrpSpPr>
      <p:grpSpPr>
        <a:xfrm>
          <a:off x="0" y="0"/>
          <a:ext cx="0" cy="0"/>
          <a:chOff x="0" y="0"/>
          <a:chExt cx="0" cy="0"/>
        </a:xfrm>
      </p:grpSpPr>
      <p:sp>
        <p:nvSpPr>
          <p:cNvPr id="721" name="Google Shape;721;p74"/>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22" name="Google Shape;722;p74"/>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23" name="Google Shape;723;p74"/>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24" name="Google Shape;724;p74"/>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25" name="Google Shape;725;p74"/>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26" name="Google Shape;726;p74"/>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27" name="Google Shape;727;p74"/>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728"/>
        <p:cNvGrpSpPr/>
        <p:nvPr/>
      </p:nvGrpSpPr>
      <p:grpSpPr>
        <a:xfrm>
          <a:off x="0" y="0"/>
          <a:ext cx="0" cy="0"/>
          <a:chOff x="0" y="0"/>
          <a:chExt cx="0" cy="0"/>
        </a:xfrm>
      </p:grpSpPr>
      <p:sp>
        <p:nvSpPr>
          <p:cNvPr id="729" name="Google Shape;729;p75"/>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30" name="Google Shape;730;p75"/>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31" name="Google Shape;731;p75"/>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32" name="Google Shape;732;p75"/>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33" name="Google Shape;733;p75"/>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34" name="Google Shape;734;p75"/>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35" name="Google Shape;735;p75"/>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36" name="Google Shape;736;p75"/>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37" name="Google Shape;737;p75"/>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738"/>
        <p:cNvGrpSpPr/>
        <p:nvPr/>
      </p:nvGrpSpPr>
      <p:grpSpPr>
        <a:xfrm>
          <a:off x="0" y="0"/>
          <a:ext cx="0" cy="0"/>
          <a:chOff x="0" y="0"/>
          <a:chExt cx="0" cy="0"/>
        </a:xfrm>
      </p:grpSpPr>
      <p:sp>
        <p:nvSpPr>
          <p:cNvPr id="739" name="Google Shape;739;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40" name="Google Shape;740;p76"/>
          <p:cNvSpPr>
            <a:spLocks noGrp="1"/>
          </p:cNvSpPr>
          <p:nvPr>
            <p:ph type="pic" idx="2"/>
          </p:nvPr>
        </p:nvSpPr>
        <p:spPr>
          <a:xfrm>
            <a:off x="311700" y="1170425"/>
            <a:ext cx="8520600" cy="3492900"/>
          </a:xfrm>
          <a:prstGeom prst="rect">
            <a:avLst/>
          </a:prstGeom>
          <a:noFill/>
          <a:ln>
            <a:noFill/>
          </a:ln>
        </p:spPr>
        <p:txBody>
          <a:bodyPr/>
          <a:lstStyle/>
          <a:p>
            <a:endParaRPr lang="de-D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741"/>
        <p:cNvGrpSpPr/>
        <p:nvPr/>
      </p:nvGrpSpPr>
      <p:grpSpPr>
        <a:xfrm>
          <a:off x="0" y="0"/>
          <a:ext cx="0" cy="0"/>
          <a:chOff x="0" y="0"/>
          <a:chExt cx="0" cy="0"/>
        </a:xfrm>
      </p:grpSpPr>
      <p:sp>
        <p:nvSpPr>
          <p:cNvPr id="742" name="Google Shape;742;p77"/>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43" name="Google Shape;743;p77"/>
          <p:cNvSpPr>
            <a:spLocks noGrp="1"/>
          </p:cNvSpPr>
          <p:nvPr>
            <p:ph type="pic" idx="2"/>
          </p:nvPr>
        </p:nvSpPr>
        <p:spPr>
          <a:xfrm>
            <a:off x="4804825" y="1133300"/>
            <a:ext cx="4027500" cy="2392800"/>
          </a:xfrm>
          <a:prstGeom prst="rect">
            <a:avLst/>
          </a:prstGeom>
          <a:noFill/>
          <a:ln>
            <a:noFill/>
          </a:ln>
        </p:spPr>
        <p:txBody>
          <a:bodyPr/>
          <a:lstStyle/>
          <a:p>
            <a:endParaRPr lang="de-DE"/>
          </a:p>
        </p:txBody>
      </p:sp>
      <p:sp>
        <p:nvSpPr>
          <p:cNvPr id="744" name="Google Shape;744;p77"/>
          <p:cNvSpPr>
            <a:spLocks noGrp="1"/>
          </p:cNvSpPr>
          <p:nvPr>
            <p:ph type="pic" idx="3"/>
          </p:nvPr>
        </p:nvSpPr>
        <p:spPr>
          <a:xfrm>
            <a:off x="311725" y="1133300"/>
            <a:ext cx="4027500" cy="2392800"/>
          </a:xfrm>
          <a:prstGeom prst="rect">
            <a:avLst/>
          </a:prstGeom>
          <a:noFill/>
          <a:ln>
            <a:noFill/>
          </a:ln>
        </p:spPr>
        <p:txBody>
          <a:bodyPr/>
          <a:lstStyle/>
          <a:p>
            <a:endParaRPr lang="de-DE"/>
          </a:p>
        </p:txBody>
      </p:sp>
      <p:sp>
        <p:nvSpPr>
          <p:cNvPr id="745" name="Google Shape;745;p77"/>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46" name="Google Shape;746;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47" name="Google Shape;747;p77"/>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748" name="Google Shape;748;p77"/>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749"/>
        <p:cNvGrpSpPr/>
        <p:nvPr/>
      </p:nvGrpSpPr>
      <p:grpSpPr>
        <a:xfrm>
          <a:off x="0" y="0"/>
          <a:ext cx="0" cy="0"/>
          <a:chOff x="0" y="0"/>
          <a:chExt cx="0" cy="0"/>
        </a:xfrm>
      </p:grpSpPr>
      <p:sp>
        <p:nvSpPr>
          <p:cNvPr id="750" name="Google Shape;750;p78"/>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51" name="Google Shape;751;p78"/>
          <p:cNvSpPr>
            <a:spLocks noGrp="1"/>
          </p:cNvSpPr>
          <p:nvPr>
            <p:ph type="pic" idx="2"/>
          </p:nvPr>
        </p:nvSpPr>
        <p:spPr>
          <a:xfrm>
            <a:off x="6205225" y="1128325"/>
            <a:ext cx="2627100" cy="2273100"/>
          </a:xfrm>
          <a:prstGeom prst="rect">
            <a:avLst/>
          </a:prstGeom>
          <a:noFill/>
          <a:ln>
            <a:noFill/>
          </a:ln>
        </p:spPr>
        <p:txBody>
          <a:bodyPr/>
          <a:lstStyle/>
          <a:p>
            <a:endParaRPr lang="de-DE"/>
          </a:p>
        </p:txBody>
      </p:sp>
      <p:sp>
        <p:nvSpPr>
          <p:cNvPr id="752" name="Google Shape;752;p78"/>
          <p:cNvSpPr>
            <a:spLocks noGrp="1"/>
          </p:cNvSpPr>
          <p:nvPr>
            <p:ph type="pic" idx="3"/>
          </p:nvPr>
        </p:nvSpPr>
        <p:spPr>
          <a:xfrm>
            <a:off x="311725" y="1128325"/>
            <a:ext cx="2627100" cy="2273100"/>
          </a:xfrm>
          <a:prstGeom prst="rect">
            <a:avLst/>
          </a:prstGeom>
          <a:noFill/>
          <a:ln>
            <a:noFill/>
          </a:ln>
        </p:spPr>
        <p:txBody>
          <a:bodyPr/>
          <a:lstStyle/>
          <a:p>
            <a:endParaRPr lang="de-DE"/>
          </a:p>
        </p:txBody>
      </p:sp>
      <p:sp>
        <p:nvSpPr>
          <p:cNvPr id="753" name="Google Shape;753;p78"/>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54" name="Google Shape;754;p78"/>
          <p:cNvSpPr>
            <a:spLocks noGrp="1"/>
          </p:cNvSpPr>
          <p:nvPr>
            <p:ph type="pic" idx="5"/>
          </p:nvPr>
        </p:nvSpPr>
        <p:spPr>
          <a:xfrm>
            <a:off x="3255250" y="1128325"/>
            <a:ext cx="2627100" cy="2273100"/>
          </a:xfrm>
          <a:prstGeom prst="rect">
            <a:avLst/>
          </a:prstGeom>
          <a:noFill/>
          <a:ln>
            <a:noFill/>
          </a:ln>
        </p:spPr>
        <p:txBody>
          <a:bodyPr/>
          <a:lstStyle/>
          <a:p>
            <a:endParaRPr lang="de-DE"/>
          </a:p>
        </p:txBody>
      </p:sp>
      <p:sp>
        <p:nvSpPr>
          <p:cNvPr id="755" name="Google Shape;755;p78"/>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56" name="Google Shape;756;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57" name="Google Shape;757;p78"/>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758" name="Google Shape;758;p78"/>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759" name="Google Shape;759;p78"/>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760"/>
        <p:cNvGrpSpPr/>
        <p:nvPr/>
      </p:nvGrpSpPr>
      <p:grpSpPr>
        <a:xfrm>
          <a:off x="0" y="0"/>
          <a:ext cx="0" cy="0"/>
          <a:chOff x="0" y="0"/>
          <a:chExt cx="0" cy="0"/>
        </a:xfrm>
      </p:grpSpPr>
      <p:sp>
        <p:nvSpPr>
          <p:cNvPr id="761" name="Google Shape;761;p79"/>
          <p:cNvSpPr>
            <a:spLocks noGrp="1"/>
          </p:cNvSpPr>
          <p:nvPr>
            <p:ph type="pic" idx="2"/>
          </p:nvPr>
        </p:nvSpPr>
        <p:spPr>
          <a:xfrm>
            <a:off x="311700" y="445025"/>
            <a:ext cx="8520600" cy="4218300"/>
          </a:xfrm>
          <a:prstGeom prst="rect">
            <a:avLst/>
          </a:prstGeom>
          <a:noFill/>
          <a:ln>
            <a:noFill/>
          </a:ln>
        </p:spPr>
        <p:txBody>
          <a:bodyPr/>
          <a:lstStyle/>
          <a:p>
            <a:endParaRPr lang="de-D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762"/>
        <p:cNvGrpSpPr/>
        <p:nvPr/>
      </p:nvGrpSpPr>
      <p:grpSpPr>
        <a:xfrm>
          <a:off x="0" y="0"/>
          <a:ext cx="0" cy="0"/>
          <a:chOff x="0" y="0"/>
          <a:chExt cx="0" cy="0"/>
        </a:xfrm>
      </p:grpSpPr>
      <p:sp>
        <p:nvSpPr>
          <p:cNvPr id="763" name="Google Shape;763;p80"/>
          <p:cNvSpPr>
            <a:spLocks noGrp="1"/>
          </p:cNvSpPr>
          <p:nvPr>
            <p:ph type="pic" idx="2"/>
          </p:nvPr>
        </p:nvSpPr>
        <p:spPr>
          <a:xfrm>
            <a:off x="3389600" y="118913"/>
            <a:ext cx="1643700" cy="1535100"/>
          </a:xfrm>
          <a:prstGeom prst="rect">
            <a:avLst/>
          </a:prstGeom>
          <a:noFill/>
          <a:ln>
            <a:noFill/>
          </a:ln>
        </p:spPr>
        <p:txBody>
          <a:bodyPr/>
          <a:lstStyle/>
          <a:p>
            <a:endParaRPr lang="de-DE"/>
          </a:p>
        </p:txBody>
      </p:sp>
      <p:sp>
        <p:nvSpPr>
          <p:cNvPr id="764" name="Google Shape;764;p80"/>
          <p:cNvSpPr>
            <a:spLocks noGrp="1"/>
          </p:cNvSpPr>
          <p:nvPr>
            <p:ph type="pic" idx="3"/>
          </p:nvPr>
        </p:nvSpPr>
        <p:spPr>
          <a:xfrm>
            <a:off x="5195935" y="118913"/>
            <a:ext cx="1643700" cy="1535100"/>
          </a:xfrm>
          <a:prstGeom prst="rect">
            <a:avLst/>
          </a:prstGeom>
          <a:noFill/>
          <a:ln>
            <a:noFill/>
          </a:ln>
        </p:spPr>
        <p:txBody>
          <a:bodyPr/>
          <a:lstStyle/>
          <a:p>
            <a:endParaRPr lang="de-DE"/>
          </a:p>
        </p:txBody>
      </p:sp>
      <p:sp>
        <p:nvSpPr>
          <p:cNvPr id="765" name="Google Shape;765;p80"/>
          <p:cNvSpPr>
            <a:spLocks noGrp="1"/>
          </p:cNvSpPr>
          <p:nvPr>
            <p:ph type="pic" idx="4"/>
          </p:nvPr>
        </p:nvSpPr>
        <p:spPr>
          <a:xfrm>
            <a:off x="7002270" y="118913"/>
            <a:ext cx="1643700" cy="1535100"/>
          </a:xfrm>
          <a:prstGeom prst="rect">
            <a:avLst/>
          </a:prstGeom>
          <a:noFill/>
          <a:ln>
            <a:noFill/>
          </a:ln>
        </p:spPr>
        <p:txBody>
          <a:bodyPr/>
          <a:lstStyle/>
          <a:p>
            <a:endParaRPr lang="de-DE"/>
          </a:p>
        </p:txBody>
      </p:sp>
      <p:sp>
        <p:nvSpPr>
          <p:cNvPr id="766" name="Google Shape;766;p80"/>
          <p:cNvSpPr>
            <a:spLocks noGrp="1"/>
          </p:cNvSpPr>
          <p:nvPr>
            <p:ph type="pic" idx="5"/>
          </p:nvPr>
        </p:nvSpPr>
        <p:spPr>
          <a:xfrm>
            <a:off x="3389588" y="1804212"/>
            <a:ext cx="1643700" cy="1535100"/>
          </a:xfrm>
          <a:prstGeom prst="rect">
            <a:avLst/>
          </a:prstGeom>
          <a:noFill/>
          <a:ln>
            <a:noFill/>
          </a:ln>
        </p:spPr>
        <p:txBody>
          <a:bodyPr/>
          <a:lstStyle/>
          <a:p>
            <a:endParaRPr lang="de-DE"/>
          </a:p>
        </p:txBody>
      </p:sp>
      <p:sp>
        <p:nvSpPr>
          <p:cNvPr id="767" name="Google Shape;767;p80"/>
          <p:cNvSpPr>
            <a:spLocks noGrp="1"/>
          </p:cNvSpPr>
          <p:nvPr>
            <p:ph type="pic" idx="6"/>
          </p:nvPr>
        </p:nvSpPr>
        <p:spPr>
          <a:xfrm>
            <a:off x="5195922" y="1804212"/>
            <a:ext cx="1643700" cy="1535100"/>
          </a:xfrm>
          <a:prstGeom prst="rect">
            <a:avLst/>
          </a:prstGeom>
          <a:noFill/>
          <a:ln>
            <a:noFill/>
          </a:ln>
        </p:spPr>
        <p:txBody>
          <a:bodyPr/>
          <a:lstStyle/>
          <a:p>
            <a:endParaRPr lang="de-DE"/>
          </a:p>
        </p:txBody>
      </p:sp>
      <p:sp>
        <p:nvSpPr>
          <p:cNvPr id="768" name="Google Shape;768;p80"/>
          <p:cNvSpPr>
            <a:spLocks noGrp="1"/>
          </p:cNvSpPr>
          <p:nvPr>
            <p:ph type="pic" idx="7"/>
          </p:nvPr>
        </p:nvSpPr>
        <p:spPr>
          <a:xfrm>
            <a:off x="7002257" y="1804212"/>
            <a:ext cx="1643700" cy="1535100"/>
          </a:xfrm>
          <a:prstGeom prst="rect">
            <a:avLst/>
          </a:prstGeom>
          <a:noFill/>
          <a:ln>
            <a:noFill/>
          </a:ln>
        </p:spPr>
        <p:txBody>
          <a:bodyPr/>
          <a:lstStyle/>
          <a:p>
            <a:endParaRPr lang="de-DE"/>
          </a:p>
        </p:txBody>
      </p:sp>
      <p:sp>
        <p:nvSpPr>
          <p:cNvPr id="769" name="Google Shape;769;p80"/>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70" name="Google Shape;770;p80"/>
          <p:cNvSpPr>
            <a:spLocks noGrp="1"/>
          </p:cNvSpPr>
          <p:nvPr>
            <p:ph type="pic" idx="8"/>
          </p:nvPr>
        </p:nvSpPr>
        <p:spPr>
          <a:xfrm>
            <a:off x="3389588" y="3489487"/>
            <a:ext cx="1643700" cy="1535100"/>
          </a:xfrm>
          <a:prstGeom prst="rect">
            <a:avLst/>
          </a:prstGeom>
          <a:noFill/>
          <a:ln>
            <a:noFill/>
          </a:ln>
        </p:spPr>
        <p:txBody>
          <a:bodyPr/>
          <a:lstStyle/>
          <a:p>
            <a:endParaRPr lang="de-DE"/>
          </a:p>
        </p:txBody>
      </p:sp>
      <p:sp>
        <p:nvSpPr>
          <p:cNvPr id="771" name="Google Shape;771;p80"/>
          <p:cNvSpPr>
            <a:spLocks noGrp="1"/>
          </p:cNvSpPr>
          <p:nvPr>
            <p:ph type="pic" idx="9"/>
          </p:nvPr>
        </p:nvSpPr>
        <p:spPr>
          <a:xfrm>
            <a:off x="5195922" y="3489487"/>
            <a:ext cx="1643700" cy="1535100"/>
          </a:xfrm>
          <a:prstGeom prst="rect">
            <a:avLst/>
          </a:prstGeom>
          <a:noFill/>
          <a:ln>
            <a:noFill/>
          </a:ln>
        </p:spPr>
        <p:txBody>
          <a:bodyPr/>
          <a:lstStyle/>
          <a:p>
            <a:endParaRPr lang="de-DE"/>
          </a:p>
        </p:txBody>
      </p:sp>
      <p:sp>
        <p:nvSpPr>
          <p:cNvPr id="772" name="Google Shape;772;p80"/>
          <p:cNvSpPr>
            <a:spLocks noGrp="1"/>
          </p:cNvSpPr>
          <p:nvPr>
            <p:ph type="pic" idx="13"/>
          </p:nvPr>
        </p:nvSpPr>
        <p:spPr>
          <a:xfrm>
            <a:off x="7002257" y="3489487"/>
            <a:ext cx="1643700" cy="1535100"/>
          </a:xfrm>
          <a:prstGeom prst="rect">
            <a:avLst/>
          </a:prstGeom>
          <a:noFill/>
          <a:ln>
            <a:noFill/>
          </a:ln>
        </p:spPr>
        <p:txBody>
          <a:bodyPr/>
          <a:lstStyle/>
          <a:p>
            <a:endParaRPr lang="de-DE"/>
          </a:p>
        </p:txBody>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theme" Target="../theme/theme2.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8" Type="http://schemas.openxmlformats.org/officeDocument/2006/relationships/slideLayout" Target="../slideLayouts/slideLayout47.xml"/><Relationship Id="rId3"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66675" y="49775"/>
            <a:ext cx="8509800" cy="1727100"/>
          </a:xfrm>
          <a:prstGeom prst="rect">
            <a:avLst/>
          </a:prstGeom>
          <a:noFill/>
          <a:ln>
            <a:noFill/>
          </a:ln>
        </p:spPr>
        <p:txBody>
          <a:bodyPr spcFirstLastPara="1" wrap="square" lIns="91425" tIns="91425" rIns="91425" bIns="91425" anchor="t" anchorCtr="0">
            <a:noAutofit/>
          </a:bodyPr>
          <a:lstStyle>
            <a:lvl1pPr lvl="0">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1pPr>
            <a:lvl2pPr lvl="1">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2pPr>
            <a:lvl3pPr lvl="2">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3pPr>
            <a:lvl4pPr lvl="3">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4pPr>
            <a:lvl5pPr lvl="4">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5pPr>
            <a:lvl6pPr lvl="5">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6pPr>
            <a:lvl7pPr lvl="6">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7pPr>
            <a:lvl8pPr lvl="7">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8pPr>
            <a:lvl9pPr lvl="8">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9pPr>
          </a:lstStyle>
          <a:p>
            <a:endParaRPr/>
          </a:p>
        </p:txBody>
      </p:sp>
      <p:sp>
        <p:nvSpPr>
          <p:cNvPr id="7" name="Google Shape;7;p1"/>
          <p:cNvSpPr txBox="1">
            <a:spLocks noGrp="1"/>
          </p:cNvSpPr>
          <p:nvPr>
            <p:ph type="body" idx="1"/>
          </p:nvPr>
        </p:nvSpPr>
        <p:spPr>
          <a:xfrm>
            <a:off x="145675" y="3194275"/>
            <a:ext cx="6951900" cy="1827300"/>
          </a:xfrm>
          <a:prstGeom prst="rect">
            <a:avLst/>
          </a:prstGeom>
          <a:noFill/>
          <a:ln>
            <a:noFill/>
          </a:ln>
        </p:spPr>
        <p:txBody>
          <a:bodyPr spcFirstLastPara="1" wrap="square" lIns="91425" tIns="91425" rIns="91425" bIns="91425" anchor="t" anchorCtr="0">
            <a:noAutofit/>
          </a:bodyPr>
          <a:lstStyle>
            <a:lvl1pPr marL="457200" lvl="0"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1pPr>
            <a:lvl2pPr marL="914400" lvl="1"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2pPr>
            <a:lvl3pPr marL="1371600" lvl="2"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3pPr>
            <a:lvl4pPr marL="1828800" lvl="3"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4pPr>
            <a:lvl5pPr marL="2286000" lvl="4"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5pPr>
            <a:lvl6pPr marL="2743200" lvl="5"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6pPr>
            <a:lvl7pPr marL="3200400" lvl="6"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7pPr>
            <a:lvl8pPr marL="3657600" lvl="7"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8pPr>
            <a:lvl9pPr marL="4114800" lvl="8" indent="-31115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9pPr>
          </a:lstStyle>
          <a:p>
            <a:endParaRPr/>
          </a:p>
        </p:txBody>
      </p:sp>
      <p:sp>
        <p:nvSpPr>
          <p:cNvPr id="8" name="Google Shape;8;p1"/>
          <p:cNvSpPr txBox="1">
            <a:spLocks noGrp="1"/>
          </p:cNvSpPr>
          <p:nvPr>
            <p:ph type="sldNum" idx="12"/>
          </p:nvPr>
        </p:nvSpPr>
        <p:spPr>
          <a:xfrm>
            <a:off x="8540361" y="41873"/>
            <a:ext cx="548700" cy="393600"/>
          </a:xfrm>
          <a:prstGeom prst="rect">
            <a:avLst/>
          </a:prstGeom>
          <a:noFill/>
          <a:ln>
            <a:noFill/>
          </a:ln>
        </p:spPr>
        <p:txBody>
          <a:bodyPr spcFirstLastPara="1" wrap="square" lIns="91425" tIns="91425" rIns="91425" bIns="91425" anchor="t" anchorCtr="0">
            <a:noAutofit/>
          </a:bodyPr>
          <a:lstStyle>
            <a:lvl1pPr lvl="0" algn="r">
              <a:buNone/>
              <a:defRPr sz="900" b="1">
                <a:solidFill>
                  <a:schemeClr val="dk1"/>
                </a:solidFill>
                <a:latin typeface="Helvetica Neue"/>
                <a:ea typeface="Helvetica Neue"/>
                <a:cs typeface="Helvetica Neue"/>
                <a:sym typeface="Helvetica Neue"/>
              </a:defRPr>
            </a:lvl1pPr>
            <a:lvl2pPr lvl="1" algn="r">
              <a:buNone/>
              <a:defRPr sz="900" b="1">
                <a:solidFill>
                  <a:schemeClr val="dk1"/>
                </a:solidFill>
                <a:latin typeface="Helvetica Neue"/>
                <a:ea typeface="Helvetica Neue"/>
                <a:cs typeface="Helvetica Neue"/>
                <a:sym typeface="Helvetica Neue"/>
              </a:defRPr>
            </a:lvl2pPr>
            <a:lvl3pPr lvl="2" algn="r">
              <a:buNone/>
              <a:defRPr sz="900" b="1">
                <a:solidFill>
                  <a:schemeClr val="dk1"/>
                </a:solidFill>
                <a:latin typeface="Helvetica Neue"/>
                <a:ea typeface="Helvetica Neue"/>
                <a:cs typeface="Helvetica Neue"/>
                <a:sym typeface="Helvetica Neue"/>
              </a:defRPr>
            </a:lvl3pPr>
            <a:lvl4pPr lvl="3" algn="r">
              <a:buNone/>
              <a:defRPr sz="900" b="1">
                <a:solidFill>
                  <a:schemeClr val="dk1"/>
                </a:solidFill>
                <a:latin typeface="Helvetica Neue"/>
                <a:ea typeface="Helvetica Neue"/>
                <a:cs typeface="Helvetica Neue"/>
                <a:sym typeface="Helvetica Neue"/>
              </a:defRPr>
            </a:lvl4pPr>
            <a:lvl5pPr lvl="4" algn="r">
              <a:buNone/>
              <a:defRPr sz="900" b="1">
                <a:solidFill>
                  <a:schemeClr val="dk1"/>
                </a:solidFill>
                <a:latin typeface="Helvetica Neue"/>
                <a:ea typeface="Helvetica Neue"/>
                <a:cs typeface="Helvetica Neue"/>
                <a:sym typeface="Helvetica Neue"/>
              </a:defRPr>
            </a:lvl5pPr>
            <a:lvl6pPr lvl="5" algn="r">
              <a:buNone/>
              <a:defRPr sz="900" b="1">
                <a:solidFill>
                  <a:schemeClr val="dk1"/>
                </a:solidFill>
                <a:latin typeface="Helvetica Neue"/>
                <a:ea typeface="Helvetica Neue"/>
                <a:cs typeface="Helvetica Neue"/>
                <a:sym typeface="Helvetica Neue"/>
              </a:defRPr>
            </a:lvl6pPr>
            <a:lvl7pPr lvl="6" algn="r">
              <a:buNone/>
              <a:defRPr sz="900" b="1">
                <a:solidFill>
                  <a:schemeClr val="dk1"/>
                </a:solidFill>
                <a:latin typeface="Helvetica Neue"/>
                <a:ea typeface="Helvetica Neue"/>
                <a:cs typeface="Helvetica Neue"/>
                <a:sym typeface="Helvetica Neue"/>
              </a:defRPr>
            </a:lvl7pPr>
            <a:lvl8pPr lvl="7" algn="r">
              <a:buNone/>
              <a:defRPr sz="900" b="1">
                <a:solidFill>
                  <a:schemeClr val="dk1"/>
                </a:solidFill>
                <a:latin typeface="Helvetica Neue"/>
                <a:ea typeface="Helvetica Neue"/>
                <a:cs typeface="Helvetica Neue"/>
                <a:sym typeface="Helvetica Neue"/>
              </a:defRPr>
            </a:lvl8pPr>
            <a:lvl9pPr lvl="8" algn="r">
              <a:buNone/>
              <a:defRPr sz="900" b="1">
                <a:solidFill>
                  <a:schemeClr val="dk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137">
          <p15:clr>
            <a:srgbClr val="E46962"/>
          </p15:clr>
        </p15:guide>
        <p15:guide id="2" orient="horz" pos="72">
          <p15:clr>
            <a:srgbClr val="E46962"/>
          </p15:clr>
        </p15:guide>
        <p15:guide id="3" pos="75">
          <p15:clr>
            <a:srgbClr val="E46962"/>
          </p15:clr>
        </p15:guide>
        <p15:guide id="4" pos="5685">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326"/>
        <p:cNvGrpSpPr/>
        <p:nvPr/>
      </p:nvGrpSpPr>
      <p:grpSpPr>
        <a:xfrm>
          <a:off x="0" y="0"/>
          <a:ext cx="0" cy="0"/>
          <a:chOff x="0" y="0"/>
          <a:chExt cx="0" cy="0"/>
        </a:xfrm>
      </p:grpSpPr>
      <p:sp>
        <p:nvSpPr>
          <p:cNvPr id="327" name="Google Shape;327;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1pPr>
            <a:lvl2pPr marL="0" marR="0" lvl="1"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2pPr>
            <a:lvl3pPr marL="0" marR="0" lvl="2"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3pPr>
            <a:lvl4pPr marL="0" marR="0" lvl="3"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4pPr>
            <a:lvl5pPr marL="0" marR="0" lvl="4"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5pPr>
            <a:lvl6pPr marL="0" marR="0" lvl="5"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6pPr>
            <a:lvl7pPr marL="0" marR="0" lvl="6"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7pPr>
            <a:lvl8pPr marL="0" marR="0" lvl="7"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8pPr>
            <a:lvl9pPr marL="0" marR="0" lvl="8" indent="0" algn="r" rtl="0">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9pPr>
          </a:lstStyle>
          <a:p>
            <a:pPr marL="0" lvl="0" indent="0" algn="r" rtl="0">
              <a:spcBef>
                <a:spcPts val="0"/>
              </a:spcBef>
              <a:spcAft>
                <a:spcPts val="0"/>
              </a:spcAft>
              <a:buNone/>
            </a:pPr>
            <a:fld id="{00000000-1234-1234-1234-123412341234}" type="slidenum">
              <a:rPr lang="en"/>
              <a:t>‹#›</a:t>
            </a:fld>
            <a:endParaRPr/>
          </a:p>
        </p:txBody>
      </p:sp>
      <p:sp>
        <p:nvSpPr>
          <p:cNvPr id="328" name="Google Shape;328;p4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Space Grotesk"/>
              <a:buChar char="●"/>
              <a:defRPr sz="1800">
                <a:solidFill>
                  <a:schemeClr val="dk1"/>
                </a:solidFill>
                <a:latin typeface="Space Grotesk"/>
                <a:ea typeface="Space Grotesk"/>
                <a:cs typeface="Space Grotesk"/>
                <a:sym typeface="Space Grotesk"/>
              </a:defRPr>
            </a:lvl1pPr>
            <a:lvl2pPr marL="914400" lvl="1"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2pPr>
            <a:lvl3pPr marL="1371600" lvl="2"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3pPr>
            <a:lvl4pPr marL="1828800" lvl="3"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4pPr>
            <a:lvl5pPr marL="2286000" lvl="4"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5pPr>
            <a:lvl6pPr marL="2743200" lvl="5"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6pPr>
            <a:lvl7pPr marL="3200400" lvl="6"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7pPr>
            <a:lvl8pPr marL="3657600" lvl="7"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8pPr>
            <a:lvl9pPr marL="4114800" lvl="8"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9pPr>
          </a:lstStyle>
          <a:p>
            <a:endParaRPr/>
          </a:p>
        </p:txBody>
      </p:sp>
      <p:sp>
        <p:nvSpPr>
          <p:cNvPr id="329" name="Google Shape;329;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1pPr>
            <a:lvl2pPr lvl="1">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2pPr>
            <a:lvl3pPr lvl="2">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3pPr>
            <a:lvl4pPr lvl="3">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4pPr>
            <a:lvl5pPr lvl="4">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5pPr>
            <a:lvl6pPr lvl="5">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6pPr>
            <a:lvl7pPr lvl="6">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7pPr>
            <a:lvl8pPr lvl="7">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8pPr>
            <a:lvl9pPr lvl="8">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9pPr>
          </a:lstStyle>
          <a:p>
            <a:endParaRPr/>
          </a:p>
        </p:txBody>
      </p:sp>
    </p:spTree>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 id="2147483722" r:id="rId36"/>
    <p:sldLayoutId id="2147483723" r:id="rId37"/>
    <p:sldLayoutId id="2147483724" r:id="rId38"/>
    <p:sldLayoutId id="2147483725" r:id="rId3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59">
          <p15:clr>
            <a:srgbClr val="E46962"/>
          </p15:clr>
        </p15:guide>
        <p15:guide id="2" orient="horz" pos="171">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0.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0.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0.xml"/><Relationship Id="rId4" Type="http://schemas.openxmlformats.org/officeDocument/2006/relationships/image" Target="../media/image1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81"/>
          <p:cNvSpPr/>
          <p:nvPr/>
        </p:nvSpPr>
        <p:spPr>
          <a:xfrm>
            <a:off x="4216650" y="4205800"/>
            <a:ext cx="319800" cy="3303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78" name="Google Shape;778;p81"/>
          <p:cNvSpPr/>
          <p:nvPr/>
        </p:nvSpPr>
        <p:spPr>
          <a:xfrm>
            <a:off x="6813200" y="376200"/>
            <a:ext cx="887400" cy="1526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79" name="Google Shape;779;p81"/>
          <p:cNvSpPr txBox="1">
            <a:spLocks noGrp="1"/>
          </p:cNvSpPr>
          <p:nvPr>
            <p:ph type="title" idx="4"/>
          </p:nvPr>
        </p:nvSpPr>
        <p:spPr>
          <a:xfrm>
            <a:off x="699975" y="734275"/>
            <a:ext cx="7301100" cy="2348700"/>
          </a:xfrm>
          <a:prstGeom prst="rect">
            <a:avLst/>
          </a:prstGeom>
        </p:spPr>
        <p:txBody>
          <a:bodyPr spcFirstLastPara="1" wrap="square" lIns="0" tIns="0" rIns="0" bIns="0" anchor="t" anchorCtr="0">
            <a:noAutofit/>
          </a:bodyPr>
          <a:lstStyle/>
          <a:p>
            <a:pPr marL="0" lvl="0" indent="0" algn="l" rtl="0">
              <a:lnSpc>
                <a:spcPct val="80000"/>
              </a:lnSpc>
              <a:spcBef>
                <a:spcPts val="0"/>
              </a:spcBef>
              <a:spcAft>
                <a:spcPts val="0"/>
              </a:spcAft>
              <a:buSzPts val="2800"/>
              <a:buNone/>
            </a:pPr>
            <a:r>
              <a:rPr lang="en" sz="6000" dirty="0"/>
              <a:t>Ethische Bewertung von KI in Assistenzsystemen</a:t>
            </a:r>
            <a:endParaRPr sz="6000" dirty="0"/>
          </a:p>
        </p:txBody>
      </p:sp>
      <p:sp>
        <p:nvSpPr>
          <p:cNvPr id="780" name="Google Shape;780;p81"/>
          <p:cNvSpPr txBox="1">
            <a:spLocks noGrp="1"/>
          </p:cNvSpPr>
          <p:nvPr>
            <p:ph type="title" idx="3"/>
          </p:nvPr>
        </p:nvSpPr>
        <p:spPr>
          <a:xfrm>
            <a:off x="716825" y="3774100"/>
            <a:ext cx="7673400" cy="363600"/>
          </a:xfrm>
          <a:prstGeom prst="rect">
            <a:avLst/>
          </a:prstGeom>
        </p:spPr>
        <p:txBody>
          <a:bodyPr spcFirstLastPara="1" wrap="square" lIns="0" tIns="0" rIns="0" bIns="0" anchor="t" anchorCtr="0">
            <a:normAutofit fontScale="90000"/>
          </a:bodyPr>
          <a:lstStyle/>
          <a:p>
            <a:pPr marL="0" lvl="0" indent="0" algn="l" rtl="0">
              <a:lnSpc>
                <a:spcPct val="80000"/>
              </a:lnSpc>
              <a:spcBef>
                <a:spcPts val="0"/>
              </a:spcBef>
              <a:spcAft>
                <a:spcPts val="0"/>
              </a:spcAft>
              <a:buSzPct val="100000"/>
              <a:buNone/>
            </a:pPr>
            <a:r>
              <a:rPr lang="en" dirty="0">
                <a:highlight>
                  <a:srgbClr val="FFFF00"/>
                </a:highlight>
              </a:rPr>
              <a:t>14.01.2026</a:t>
            </a:r>
            <a:endParaRPr dirty="0">
              <a:highlight>
                <a:srgbClr val="FFFF00"/>
              </a:highlight>
            </a:endParaRPr>
          </a:p>
        </p:txBody>
      </p:sp>
      <p:sp>
        <p:nvSpPr>
          <p:cNvPr id="781" name="Google Shape;781;p81"/>
          <p:cNvSpPr txBox="1">
            <a:spLocks noGrp="1"/>
          </p:cNvSpPr>
          <p:nvPr>
            <p:ph type="title" idx="2"/>
          </p:nvPr>
        </p:nvSpPr>
        <p:spPr>
          <a:xfrm>
            <a:off x="699978" y="4174219"/>
            <a:ext cx="4909500" cy="330300"/>
          </a:xfrm>
          <a:prstGeom prst="rect">
            <a:avLst/>
          </a:prstGeom>
        </p:spPr>
        <p:txBody>
          <a:bodyPr spcFirstLastPara="1" wrap="square" lIns="0" tIns="0" rIns="0" bIns="0" anchor="ctr" anchorCtr="0">
            <a:normAutofit/>
          </a:bodyPr>
          <a:lstStyle/>
          <a:p>
            <a:pPr marL="0" lvl="0" indent="0" algn="l" rtl="0">
              <a:lnSpc>
                <a:spcPct val="80000"/>
              </a:lnSpc>
              <a:spcBef>
                <a:spcPts val="0"/>
              </a:spcBef>
              <a:spcAft>
                <a:spcPts val="0"/>
              </a:spcAft>
              <a:buSzPts val="1500"/>
              <a:buNone/>
            </a:pPr>
            <a:r>
              <a:rPr lang="en" dirty="0"/>
              <a:t>Daniel Stoklosa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82"/>
          <p:cNvSpPr/>
          <p:nvPr/>
        </p:nvSpPr>
        <p:spPr>
          <a:xfrm>
            <a:off x="4216650" y="4205800"/>
            <a:ext cx="319800" cy="3303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87" name="Google Shape;787;p82"/>
          <p:cNvSpPr/>
          <p:nvPr/>
        </p:nvSpPr>
        <p:spPr>
          <a:xfrm>
            <a:off x="6813200" y="376200"/>
            <a:ext cx="887400" cy="1526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88" name="Google Shape;788;p82"/>
          <p:cNvSpPr txBox="1">
            <a:spLocks noGrp="1"/>
          </p:cNvSpPr>
          <p:nvPr>
            <p:ph type="title"/>
          </p:nvPr>
        </p:nvSpPr>
        <p:spPr>
          <a:xfrm>
            <a:off x="684150" y="491850"/>
            <a:ext cx="7775700" cy="41598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 sz="3400" dirty="0">
                <a:highlight>
                  <a:schemeClr val="lt2"/>
                </a:highlight>
              </a:rPr>
              <a:t>Inwiefern ist der Einsatz von KI in datenverarbeitenden</a:t>
            </a:r>
            <a:endParaRPr sz="3400" dirty="0">
              <a:highlight>
                <a:schemeClr val="lt2"/>
              </a:highlight>
            </a:endParaRPr>
          </a:p>
          <a:p>
            <a:pPr marL="0" lvl="0" indent="0" algn="l" rtl="0">
              <a:spcBef>
                <a:spcPts val="0"/>
              </a:spcBef>
              <a:spcAft>
                <a:spcPts val="0"/>
              </a:spcAft>
              <a:buClr>
                <a:schemeClr val="dk1"/>
              </a:buClr>
              <a:buSzPts val="1100"/>
              <a:buFont typeface="Arial"/>
              <a:buNone/>
            </a:pPr>
            <a:r>
              <a:rPr lang="en" sz="3400" dirty="0">
                <a:highlight>
                  <a:schemeClr val="lt2"/>
                </a:highlight>
              </a:rPr>
              <a:t>Assistenzsystemen ethisch vertretbar, wenn energieeffizientere</a:t>
            </a:r>
            <a:endParaRPr sz="3400" dirty="0">
              <a:highlight>
                <a:schemeClr val="lt2"/>
              </a:highlight>
            </a:endParaRPr>
          </a:p>
          <a:p>
            <a:pPr marL="0" lvl="0" indent="0" algn="l" rtl="0">
              <a:spcBef>
                <a:spcPts val="0"/>
              </a:spcBef>
              <a:spcAft>
                <a:spcPts val="0"/>
              </a:spcAft>
              <a:buClr>
                <a:schemeClr val="dk1"/>
              </a:buClr>
              <a:buSzPts val="1100"/>
              <a:buFont typeface="Arial"/>
              <a:buNone/>
            </a:pPr>
            <a:r>
              <a:rPr lang="en" sz="3400" dirty="0">
                <a:highlight>
                  <a:schemeClr val="lt2"/>
                </a:highlight>
              </a:rPr>
              <a:t>und technisch einfachere Alternativen existieren?</a:t>
            </a:r>
            <a:endParaRPr sz="3400" dirty="0">
              <a:highlight>
                <a:schemeClr val="lt2"/>
              </a:highlight>
            </a:endParaRPr>
          </a:p>
        </p:txBody>
      </p:sp>
      <p:sp>
        <p:nvSpPr>
          <p:cNvPr id="2" name="TextBox 1">
            <a:extLst>
              <a:ext uri="{FF2B5EF4-FFF2-40B4-BE49-F238E27FC236}">
                <a16:creationId xmlns:a16="http://schemas.microsoft.com/office/drawing/2014/main" id="{933EEF2B-294B-82A6-BE4E-CCE7B42626D3}"/>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3" name="TextBox 2">
            <a:extLst>
              <a:ext uri="{FF2B5EF4-FFF2-40B4-BE49-F238E27FC236}">
                <a16:creationId xmlns:a16="http://schemas.microsoft.com/office/drawing/2014/main" id="{274615C8-7148-3949-6F90-D15FC6CF32CC}"/>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1</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83"/>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800" dirty="0"/>
              <a:t>Inhaltsverzeichnis</a:t>
            </a:r>
            <a:endParaRPr sz="3800" dirty="0"/>
          </a:p>
        </p:txBody>
      </p:sp>
      <p:sp>
        <p:nvSpPr>
          <p:cNvPr id="794" name="Google Shape;794;p83"/>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95" name="Google Shape;795;p83"/>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96" name="Google Shape;796;p83"/>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97" name="Google Shape;797;p83"/>
          <p:cNvSpPr txBox="1"/>
          <p:nvPr/>
        </p:nvSpPr>
        <p:spPr>
          <a:xfrm>
            <a:off x="699975" y="1562575"/>
            <a:ext cx="4536900" cy="2915400"/>
          </a:xfrm>
          <a:prstGeom prst="rect">
            <a:avLst/>
          </a:prstGeom>
          <a:noFill/>
          <a:ln>
            <a:noFill/>
          </a:ln>
        </p:spPr>
        <p:txBody>
          <a:bodyPr spcFirstLastPara="1" wrap="square" lIns="91425" tIns="91425" rIns="91425" bIns="91425" anchor="ctr" anchorCtr="0">
            <a:noAutofit/>
          </a:bodyPr>
          <a:lstStyle/>
          <a:p>
            <a:pPr marL="457200" lvl="0" indent="-342900" algn="l" rtl="0">
              <a:lnSpc>
                <a:spcPct val="150000"/>
              </a:lnSpc>
              <a:spcBef>
                <a:spcPts val="0"/>
              </a:spcBef>
              <a:spcAft>
                <a:spcPts val="0"/>
              </a:spcAft>
              <a:buClr>
                <a:schemeClr val="lt2"/>
              </a:buClr>
              <a:buSzPts val="1800"/>
              <a:buFont typeface="Space Grotesk"/>
              <a:buAutoNum type="arabicPeriod"/>
            </a:pPr>
            <a:r>
              <a:rPr lang="en" sz="1800" dirty="0">
                <a:solidFill>
                  <a:schemeClr val="lt2"/>
                </a:solidFill>
                <a:latin typeface="Space Grotesk"/>
                <a:ea typeface="Space Grotesk"/>
                <a:cs typeface="Space Grotesk"/>
                <a:sym typeface="Space Grotesk"/>
              </a:rPr>
              <a:t>Ausgangsfrage</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AutoNum type="arabicPeriod"/>
            </a:pPr>
            <a:r>
              <a:rPr lang="en" sz="1800" dirty="0">
                <a:solidFill>
                  <a:schemeClr val="lt2"/>
                </a:solidFill>
                <a:latin typeface="Space Grotesk"/>
                <a:ea typeface="Space Grotesk"/>
                <a:cs typeface="Space Grotesk"/>
                <a:sym typeface="Space Grotesk"/>
              </a:rPr>
              <a:t>Technischer Hintergrund</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AutoNum type="arabicPeriod"/>
            </a:pPr>
            <a:r>
              <a:rPr lang="en" sz="1800" dirty="0">
                <a:solidFill>
                  <a:schemeClr val="lt2"/>
                </a:solidFill>
                <a:latin typeface="Space Grotesk"/>
                <a:ea typeface="Space Grotesk"/>
                <a:cs typeface="Space Grotesk"/>
                <a:sym typeface="Space Grotesk"/>
              </a:rPr>
              <a:t>Energieeffizientere Alternativen</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AutoNum type="arabicPeriod"/>
            </a:pPr>
            <a:r>
              <a:rPr lang="en" sz="1800" dirty="0">
                <a:solidFill>
                  <a:schemeClr val="lt2"/>
                </a:solidFill>
                <a:latin typeface="Space Grotesk"/>
                <a:ea typeface="Space Grotesk"/>
                <a:cs typeface="Space Grotesk"/>
                <a:sym typeface="Space Grotesk"/>
              </a:rPr>
              <a:t>Ethik &amp; Sozialwissenschaft</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AutoNum type="arabicPeriod"/>
            </a:pPr>
            <a:r>
              <a:rPr lang="en" sz="1800" dirty="0">
                <a:solidFill>
                  <a:schemeClr val="lt2"/>
                </a:solidFill>
                <a:latin typeface="Space Grotesk"/>
                <a:ea typeface="Space Grotesk"/>
                <a:cs typeface="Space Grotesk"/>
                <a:sym typeface="Space Grotesk"/>
              </a:rPr>
              <a:t>Bewertungsrahmen</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AutoNum type="arabicPeriod"/>
            </a:pPr>
            <a:r>
              <a:rPr lang="en" sz="1800" dirty="0">
                <a:solidFill>
                  <a:schemeClr val="lt2"/>
                </a:solidFill>
                <a:latin typeface="Space Grotesk"/>
                <a:ea typeface="Space Grotesk"/>
                <a:cs typeface="Space Grotesk"/>
                <a:sym typeface="Space Grotesk"/>
              </a:rPr>
              <a:t>Fallstudie</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AutoNum type="arabicPeriod"/>
            </a:pPr>
            <a:r>
              <a:rPr lang="en" sz="1800" dirty="0">
                <a:solidFill>
                  <a:schemeClr val="lt2"/>
                </a:solidFill>
                <a:latin typeface="Space Grotesk"/>
                <a:ea typeface="Space Grotesk"/>
                <a:cs typeface="Space Grotesk"/>
                <a:sym typeface="Space Grotesk"/>
              </a:rPr>
              <a:t>Reflexion &amp; Fazit</a:t>
            </a:r>
            <a:endParaRPr sz="1800" dirty="0">
              <a:solidFill>
                <a:schemeClr val="lt2"/>
              </a:solidFill>
              <a:latin typeface="Space Grotesk"/>
              <a:ea typeface="Space Grotesk"/>
              <a:cs typeface="Space Grotesk"/>
              <a:sym typeface="Space Grotesk"/>
            </a:endParaRPr>
          </a:p>
        </p:txBody>
      </p:sp>
      <p:sp>
        <p:nvSpPr>
          <p:cNvPr id="3" name="TextBox 2">
            <a:extLst>
              <a:ext uri="{FF2B5EF4-FFF2-40B4-BE49-F238E27FC236}">
                <a16:creationId xmlns:a16="http://schemas.microsoft.com/office/drawing/2014/main" id="{16AAA12D-92E6-170D-A415-4E30379E5734}"/>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4" name="TextBox 3">
            <a:extLst>
              <a:ext uri="{FF2B5EF4-FFF2-40B4-BE49-F238E27FC236}">
                <a16:creationId xmlns:a16="http://schemas.microsoft.com/office/drawing/2014/main" id="{F34BD588-D9FD-3C97-E69D-C8E671FC8736}"/>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2</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84"/>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800" dirty="0"/>
              <a:t>Ausgangsfrage &amp; Ziel der Arbeit</a:t>
            </a:r>
            <a:endParaRPr sz="3800" dirty="0"/>
          </a:p>
        </p:txBody>
      </p:sp>
      <p:sp>
        <p:nvSpPr>
          <p:cNvPr id="803" name="Google Shape;803;p84"/>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04" name="Google Shape;804;p84"/>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05" name="Google Shape;805;p84"/>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06" name="Google Shape;806;p84"/>
          <p:cNvSpPr txBox="1"/>
          <p:nvPr/>
        </p:nvSpPr>
        <p:spPr>
          <a:xfrm>
            <a:off x="699975" y="1713268"/>
            <a:ext cx="4536900" cy="66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i="1" dirty="0">
                <a:solidFill>
                  <a:schemeClr val="lt2"/>
                </a:solidFill>
                <a:latin typeface="Space Grotesk" panose="020B0604020202020204" charset="0"/>
                <a:cs typeface="Space Grotesk" panose="020B0604020202020204" charset="0"/>
              </a:rPr>
              <a:t>Inwiefern ist KI in datenverarbeitenden Assistenzsystemen ethisch vertretbar, wenn effizientere Alternativen existieren?</a:t>
            </a:r>
            <a:endParaRPr sz="1800" b="1" dirty="0">
              <a:solidFill>
                <a:schemeClr val="lt2"/>
              </a:solidFill>
              <a:latin typeface="Space Grotesk" panose="020B0604020202020204" charset="0"/>
              <a:ea typeface="Space Grotesk"/>
              <a:cs typeface="Space Grotesk" panose="020B0604020202020204" charset="0"/>
              <a:sym typeface="Space Grotesk"/>
            </a:endParaRPr>
          </a:p>
        </p:txBody>
      </p:sp>
      <p:sp>
        <p:nvSpPr>
          <p:cNvPr id="807" name="Google Shape;807;p84"/>
          <p:cNvSpPr txBox="1"/>
          <p:nvPr/>
        </p:nvSpPr>
        <p:spPr>
          <a:xfrm>
            <a:off x="742950" y="2437550"/>
            <a:ext cx="5689600" cy="20406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lt2"/>
              </a:buClr>
              <a:buSzPts val="1800"/>
              <a:buFont typeface="Space Grotesk"/>
              <a:buChar char="●"/>
            </a:pPr>
            <a:r>
              <a:rPr lang="en" sz="1800" dirty="0">
                <a:solidFill>
                  <a:schemeClr val="lt2"/>
                </a:solidFill>
                <a:latin typeface="Space Grotesk"/>
                <a:ea typeface="Space Grotesk"/>
                <a:cs typeface="Space Grotesk"/>
                <a:sym typeface="Space Grotesk"/>
              </a:rPr>
              <a:t>KI wird eingesetzt weil sie “innovativ” ist</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Char char="●"/>
            </a:pPr>
            <a:r>
              <a:rPr lang="en" sz="1800" dirty="0">
                <a:solidFill>
                  <a:schemeClr val="lt2"/>
                </a:solidFill>
                <a:latin typeface="Space Grotesk"/>
                <a:ea typeface="Space Grotesk"/>
                <a:cs typeface="Space Grotesk"/>
                <a:sym typeface="Space Grotesk"/>
              </a:rPr>
              <a:t>Ökologische und soziale Folgen werden ausgeblendet</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Char char="●"/>
            </a:pPr>
            <a:r>
              <a:rPr lang="en" sz="1800" dirty="0">
                <a:solidFill>
                  <a:schemeClr val="lt2"/>
                </a:solidFill>
                <a:latin typeface="Space Grotesk"/>
                <a:ea typeface="Space Grotesk"/>
                <a:cs typeface="Space Grotesk"/>
                <a:sym typeface="Space Grotesk"/>
              </a:rPr>
              <a:t>Bezug auf Praxisprojekt “KI Formularassistent”</a:t>
            </a:r>
            <a:endParaRPr sz="1800" dirty="0">
              <a:solidFill>
                <a:schemeClr val="lt2"/>
              </a:solidFill>
              <a:latin typeface="Space Grotesk"/>
              <a:ea typeface="Space Grotesk"/>
              <a:cs typeface="Space Grotesk"/>
              <a:sym typeface="Space Grotesk"/>
            </a:endParaRPr>
          </a:p>
        </p:txBody>
      </p:sp>
      <p:pic>
        <p:nvPicPr>
          <p:cNvPr id="5" name="Graphic 4" descr="Bullseye with solid fill">
            <a:extLst>
              <a:ext uri="{FF2B5EF4-FFF2-40B4-BE49-F238E27FC236}">
                <a16:creationId xmlns:a16="http://schemas.microsoft.com/office/drawing/2014/main" id="{B7D691B2-8E75-1CF7-9F9A-4A0D564F5C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7061" y="1713268"/>
            <a:ext cx="1716964" cy="1716964"/>
          </a:xfrm>
          <a:prstGeom prst="rect">
            <a:avLst/>
          </a:prstGeom>
        </p:spPr>
      </p:pic>
      <p:sp>
        <p:nvSpPr>
          <p:cNvPr id="6" name="TextBox 5">
            <a:extLst>
              <a:ext uri="{FF2B5EF4-FFF2-40B4-BE49-F238E27FC236}">
                <a16:creationId xmlns:a16="http://schemas.microsoft.com/office/drawing/2014/main" id="{4F40B610-C078-4897-3E51-8430AB333DDC}"/>
              </a:ext>
            </a:extLst>
          </p:cNvPr>
          <p:cNvSpPr txBox="1"/>
          <p:nvPr/>
        </p:nvSpPr>
        <p:spPr>
          <a:xfrm>
            <a:off x="7195876" y="4756150"/>
            <a:ext cx="1948124" cy="307777"/>
          </a:xfrm>
          <a:prstGeom prst="rect">
            <a:avLst/>
          </a:prstGeom>
          <a:noFill/>
        </p:spPr>
        <p:txBody>
          <a:bodyPr wrap="square" rtlCol="0">
            <a:spAutoFit/>
          </a:bodyPr>
          <a:lstStyle/>
          <a:p>
            <a:pPr algn="r"/>
            <a:r>
              <a:rPr lang="en-US" dirty="0">
                <a:solidFill>
                  <a:schemeClr val="tx2"/>
                </a:solidFill>
              </a:rPr>
              <a:t>[ Quelle </a:t>
            </a:r>
            <a:r>
              <a:rPr lang="de-DE" dirty="0">
                <a:solidFill>
                  <a:schemeClr val="tx2"/>
                </a:solidFill>
              </a:rPr>
              <a:t>]</a:t>
            </a:r>
          </a:p>
        </p:txBody>
      </p:sp>
      <p:sp>
        <p:nvSpPr>
          <p:cNvPr id="3" name="TextBox 2">
            <a:extLst>
              <a:ext uri="{FF2B5EF4-FFF2-40B4-BE49-F238E27FC236}">
                <a16:creationId xmlns:a16="http://schemas.microsoft.com/office/drawing/2014/main" id="{5108AC05-614F-D312-170F-E42105E9A9AE}"/>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4" name="TextBox 3">
            <a:extLst>
              <a:ext uri="{FF2B5EF4-FFF2-40B4-BE49-F238E27FC236}">
                <a16:creationId xmlns:a16="http://schemas.microsoft.com/office/drawing/2014/main" id="{82437049-373E-CB21-4066-D75AF6912323}"/>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3</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85"/>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800"/>
              <a:t>Technischer Hintergrund</a:t>
            </a:r>
            <a:endParaRPr sz="3800"/>
          </a:p>
        </p:txBody>
      </p:sp>
      <p:sp>
        <p:nvSpPr>
          <p:cNvPr id="813" name="Google Shape;813;p85"/>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14" name="Google Shape;814;p85"/>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15" name="Google Shape;815;p85"/>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16" name="Google Shape;816;p85"/>
          <p:cNvSpPr txBox="1"/>
          <p:nvPr/>
        </p:nvSpPr>
        <p:spPr>
          <a:xfrm>
            <a:off x="742950" y="1562575"/>
            <a:ext cx="4536900" cy="29157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lt2"/>
              </a:buClr>
              <a:buSzPts val="1800"/>
              <a:buFont typeface="Space Grotesk"/>
              <a:buChar char="●"/>
            </a:pPr>
            <a:r>
              <a:rPr lang="en" sz="1800" dirty="0">
                <a:solidFill>
                  <a:schemeClr val="lt2"/>
                </a:solidFill>
                <a:latin typeface="Space Grotesk"/>
                <a:ea typeface="Space Grotesk"/>
                <a:cs typeface="Space Grotesk"/>
                <a:sym typeface="Space Grotesk"/>
              </a:rPr>
              <a:t>Ressourcenverbrauch von LLMs</a:t>
            </a:r>
            <a:endParaRPr sz="1800" dirty="0">
              <a:solidFill>
                <a:schemeClr val="lt2"/>
              </a:solidFill>
              <a:latin typeface="Space Grotesk"/>
              <a:ea typeface="Space Grotesk"/>
              <a:cs typeface="Space Grotesk"/>
              <a:sym typeface="Space Grotesk"/>
            </a:endParaRPr>
          </a:p>
          <a:p>
            <a:pPr marL="914400" lvl="1" indent="-342900" algn="l" rtl="0">
              <a:lnSpc>
                <a:spcPct val="150000"/>
              </a:lnSpc>
              <a:spcBef>
                <a:spcPts val="0"/>
              </a:spcBef>
              <a:spcAft>
                <a:spcPts val="0"/>
              </a:spcAft>
              <a:buClr>
                <a:schemeClr val="lt2"/>
              </a:buClr>
              <a:buSzPts val="1800"/>
              <a:buFont typeface="Space Grotesk"/>
              <a:buChar char="○"/>
            </a:pPr>
            <a:r>
              <a:rPr lang="en" sz="1800" dirty="0">
                <a:solidFill>
                  <a:schemeClr val="lt2"/>
                </a:solidFill>
                <a:latin typeface="Space Grotesk"/>
                <a:ea typeface="Space Grotesk"/>
                <a:cs typeface="Space Grotesk"/>
                <a:sym typeface="Space Grotesk"/>
              </a:rPr>
              <a:t>Trainingskosten</a:t>
            </a:r>
            <a:endParaRPr sz="1800" dirty="0">
              <a:solidFill>
                <a:schemeClr val="lt2"/>
              </a:solidFill>
              <a:latin typeface="Space Grotesk"/>
              <a:ea typeface="Space Grotesk"/>
              <a:cs typeface="Space Grotesk"/>
              <a:sym typeface="Space Grotesk"/>
            </a:endParaRPr>
          </a:p>
          <a:p>
            <a:pPr marL="914400" lvl="1" indent="-342900" algn="l" rtl="0">
              <a:lnSpc>
                <a:spcPct val="150000"/>
              </a:lnSpc>
              <a:spcBef>
                <a:spcPts val="0"/>
              </a:spcBef>
              <a:spcAft>
                <a:spcPts val="0"/>
              </a:spcAft>
              <a:buClr>
                <a:schemeClr val="lt2"/>
              </a:buClr>
              <a:buSzPts val="1800"/>
              <a:buFont typeface="Space Grotesk"/>
              <a:buChar char="○"/>
            </a:pPr>
            <a:r>
              <a:rPr lang="en" sz="1800" dirty="0">
                <a:solidFill>
                  <a:schemeClr val="lt2"/>
                </a:solidFill>
                <a:latin typeface="Space Grotesk"/>
                <a:ea typeface="Space Grotesk"/>
                <a:cs typeface="Space Grotesk"/>
                <a:sym typeface="Space Grotesk"/>
              </a:rPr>
              <a:t>Betriebskosten</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Char char="●"/>
            </a:pPr>
            <a:r>
              <a:rPr lang="en" sz="1800" dirty="0">
                <a:solidFill>
                  <a:schemeClr val="lt2"/>
                </a:solidFill>
                <a:latin typeface="Space Grotesk"/>
                <a:ea typeface="Space Grotesk"/>
                <a:cs typeface="Space Grotesk"/>
                <a:sym typeface="Space Grotesk"/>
              </a:rPr>
              <a:t>Intransparenz</a:t>
            </a:r>
            <a:endParaRPr sz="1800" dirty="0">
              <a:solidFill>
                <a:schemeClr val="lt2"/>
              </a:solidFill>
              <a:latin typeface="Space Grotesk"/>
              <a:ea typeface="Space Grotesk"/>
              <a:cs typeface="Space Grotesk"/>
              <a:sym typeface="Space Grotesk"/>
            </a:endParaRPr>
          </a:p>
          <a:p>
            <a:pPr marL="457200" lvl="0" indent="-342900" algn="l" rtl="0">
              <a:lnSpc>
                <a:spcPct val="150000"/>
              </a:lnSpc>
              <a:spcBef>
                <a:spcPts val="0"/>
              </a:spcBef>
              <a:spcAft>
                <a:spcPts val="0"/>
              </a:spcAft>
              <a:buClr>
                <a:schemeClr val="lt2"/>
              </a:buClr>
              <a:buSzPts val="1800"/>
              <a:buFont typeface="Space Grotesk"/>
              <a:buChar char="●"/>
            </a:pPr>
            <a:endParaRPr sz="1800" dirty="0">
              <a:solidFill>
                <a:schemeClr val="lt2"/>
              </a:solidFill>
              <a:latin typeface="Space Grotesk"/>
              <a:ea typeface="Space Grotesk"/>
              <a:cs typeface="Space Grotesk"/>
              <a:sym typeface="Space Grotesk"/>
            </a:endParaRPr>
          </a:p>
        </p:txBody>
      </p:sp>
      <p:pic>
        <p:nvPicPr>
          <p:cNvPr id="817" name="Google Shape;817;p85" title="Points scored"/>
          <p:cNvPicPr preferRelativeResize="0"/>
          <p:nvPr/>
        </p:nvPicPr>
        <p:blipFill>
          <a:blip r:embed="rId3">
            <a:alphaModFix/>
          </a:blip>
          <a:stretch>
            <a:fillRect/>
          </a:stretch>
        </p:blipFill>
        <p:spPr>
          <a:xfrm>
            <a:off x="4985550" y="1670850"/>
            <a:ext cx="3415500" cy="2699151"/>
          </a:xfrm>
          <a:prstGeom prst="rect">
            <a:avLst/>
          </a:prstGeom>
          <a:noFill/>
          <a:ln>
            <a:noFill/>
          </a:ln>
        </p:spPr>
      </p:pic>
      <p:sp>
        <p:nvSpPr>
          <p:cNvPr id="2" name="TextBox 1">
            <a:extLst>
              <a:ext uri="{FF2B5EF4-FFF2-40B4-BE49-F238E27FC236}">
                <a16:creationId xmlns:a16="http://schemas.microsoft.com/office/drawing/2014/main" id="{D3F1365C-6C75-B8AE-02F5-3B904057CA25}"/>
              </a:ext>
            </a:extLst>
          </p:cNvPr>
          <p:cNvSpPr txBox="1"/>
          <p:nvPr/>
        </p:nvSpPr>
        <p:spPr>
          <a:xfrm>
            <a:off x="7195876" y="4756150"/>
            <a:ext cx="1948124" cy="307777"/>
          </a:xfrm>
          <a:prstGeom prst="rect">
            <a:avLst/>
          </a:prstGeom>
          <a:noFill/>
        </p:spPr>
        <p:txBody>
          <a:bodyPr wrap="square" rtlCol="0">
            <a:spAutoFit/>
          </a:bodyPr>
          <a:lstStyle/>
          <a:p>
            <a:pPr algn="r"/>
            <a:r>
              <a:rPr lang="en-US" dirty="0">
                <a:solidFill>
                  <a:schemeClr val="tx2"/>
                </a:solidFill>
              </a:rPr>
              <a:t>[ Quelle </a:t>
            </a:r>
            <a:r>
              <a:rPr lang="de-DE" dirty="0">
                <a:solidFill>
                  <a:schemeClr val="tx2"/>
                </a:solidFill>
              </a:rPr>
              <a:t>]</a:t>
            </a:r>
          </a:p>
        </p:txBody>
      </p:sp>
      <p:sp>
        <p:nvSpPr>
          <p:cNvPr id="4" name="TextBox 3">
            <a:extLst>
              <a:ext uri="{FF2B5EF4-FFF2-40B4-BE49-F238E27FC236}">
                <a16:creationId xmlns:a16="http://schemas.microsoft.com/office/drawing/2014/main" id="{2D14B043-FFB4-8488-2FF4-4B93BE5FC80D}"/>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5" name="TextBox 4">
            <a:extLst>
              <a:ext uri="{FF2B5EF4-FFF2-40B4-BE49-F238E27FC236}">
                <a16:creationId xmlns:a16="http://schemas.microsoft.com/office/drawing/2014/main" id="{913D0D71-712F-3340-637C-3615A670278A}"/>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4</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87"/>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800"/>
              <a:t>Ethik &amp; Sozialwissenschaft</a:t>
            </a:r>
            <a:endParaRPr sz="3800"/>
          </a:p>
        </p:txBody>
      </p:sp>
      <p:sp>
        <p:nvSpPr>
          <p:cNvPr id="833" name="Google Shape;833;p87"/>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34" name="Google Shape;834;p87"/>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35" name="Google Shape;835;p87"/>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36" name="Google Shape;836;p87"/>
          <p:cNvSpPr txBox="1"/>
          <p:nvPr/>
        </p:nvSpPr>
        <p:spPr>
          <a:xfrm>
            <a:off x="494450" y="1428750"/>
            <a:ext cx="7658100" cy="6594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lt2"/>
              </a:buClr>
              <a:buSzPts val="1800"/>
              <a:buFont typeface="Space Grotesk"/>
              <a:buChar char="●"/>
            </a:pPr>
            <a:r>
              <a:rPr lang="en" sz="1800" dirty="0">
                <a:solidFill>
                  <a:schemeClr val="lt2"/>
                </a:solidFill>
                <a:latin typeface="Space Grotesk"/>
                <a:ea typeface="Space Grotesk"/>
                <a:cs typeface="Space Grotesk"/>
                <a:sym typeface="Space Grotesk"/>
              </a:rPr>
              <a:t>Technikfolgenabschätzung </a:t>
            </a:r>
            <a:endParaRPr sz="18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endParaRPr sz="1800" dirty="0">
              <a:solidFill>
                <a:schemeClr val="lt2"/>
              </a:solidFill>
              <a:latin typeface="Space Grotesk"/>
              <a:ea typeface="Space Grotesk"/>
              <a:cs typeface="Space Grotesk"/>
              <a:sym typeface="Space Grotesk"/>
            </a:endParaRPr>
          </a:p>
        </p:txBody>
      </p:sp>
      <p:sp>
        <p:nvSpPr>
          <p:cNvPr id="837" name="Google Shape;837;p87"/>
          <p:cNvSpPr/>
          <p:nvPr/>
        </p:nvSpPr>
        <p:spPr>
          <a:xfrm>
            <a:off x="1874542" y="2088150"/>
            <a:ext cx="1664700" cy="828300"/>
          </a:xfrm>
          <a:prstGeom prst="rect">
            <a:avLst/>
          </a:prstGeom>
          <a:solidFill>
            <a:schemeClr val="accen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437" b="1" dirty="0">
                <a:latin typeface="Space Grotesk"/>
                <a:ea typeface="Space Grotesk"/>
                <a:cs typeface="Space Grotesk"/>
                <a:sym typeface="Space Grotesk"/>
              </a:rPr>
              <a:t>2. Normative Dimension</a:t>
            </a:r>
            <a:endParaRPr sz="1437" b="1" dirty="0">
              <a:latin typeface="Space Grotesk"/>
              <a:ea typeface="Space Grotesk"/>
              <a:cs typeface="Space Grotesk"/>
              <a:sym typeface="Space Grotesk"/>
            </a:endParaRPr>
          </a:p>
        </p:txBody>
      </p:sp>
      <p:sp>
        <p:nvSpPr>
          <p:cNvPr id="838" name="Google Shape;838;p87"/>
          <p:cNvSpPr/>
          <p:nvPr/>
        </p:nvSpPr>
        <p:spPr>
          <a:xfrm>
            <a:off x="3718126" y="2088150"/>
            <a:ext cx="1664700" cy="828300"/>
          </a:xfrm>
          <a:prstGeom prst="rect">
            <a:avLst/>
          </a:prstGeom>
          <a:solidFill>
            <a:schemeClr val="accent4"/>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437" b="1" dirty="0">
                <a:latin typeface="Space Grotesk"/>
                <a:ea typeface="Space Grotesk"/>
                <a:cs typeface="Space Grotesk"/>
                <a:sym typeface="Space Grotesk"/>
              </a:rPr>
              <a:t>3. Empirische Dimension</a:t>
            </a:r>
            <a:endParaRPr sz="1437" b="1" dirty="0">
              <a:latin typeface="Space Grotesk"/>
              <a:ea typeface="Space Grotesk"/>
              <a:cs typeface="Space Grotesk"/>
              <a:sym typeface="Space Grotesk"/>
            </a:endParaRPr>
          </a:p>
        </p:txBody>
      </p:sp>
      <p:sp>
        <p:nvSpPr>
          <p:cNvPr id="839" name="Google Shape;839;p87"/>
          <p:cNvSpPr/>
          <p:nvPr/>
        </p:nvSpPr>
        <p:spPr>
          <a:xfrm>
            <a:off x="5561703" y="2088150"/>
            <a:ext cx="1664700" cy="828300"/>
          </a:xfrm>
          <a:prstGeom prst="rect">
            <a:avLst/>
          </a:prstGeom>
          <a:solidFill>
            <a:schemeClr val="accent5"/>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437" b="1" dirty="0">
                <a:latin typeface="Space Grotesk"/>
                <a:ea typeface="Space Grotesk"/>
                <a:cs typeface="Space Grotesk"/>
                <a:sym typeface="Space Grotesk"/>
              </a:rPr>
              <a:t>4. Explanative Dimension</a:t>
            </a:r>
            <a:endParaRPr sz="1437" b="1" dirty="0">
              <a:latin typeface="Space Grotesk"/>
              <a:ea typeface="Space Grotesk"/>
              <a:cs typeface="Space Grotesk"/>
              <a:sym typeface="Space Grotesk"/>
            </a:endParaRPr>
          </a:p>
        </p:txBody>
      </p:sp>
      <p:sp>
        <p:nvSpPr>
          <p:cNvPr id="840" name="Google Shape;840;p87"/>
          <p:cNvSpPr/>
          <p:nvPr/>
        </p:nvSpPr>
        <p:spPr>
          <a:xfrm>
            <a:off x="7405281" y="2088150"/>
            <a:ext cx="995700" cy="8283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dirty="0">
                <a:latin typeface="Space Grotesk"/>
                <a:ea typeface="Space Grotesk"/>
                <a:cs typeface="Space Grotesk"/>
                <a:sym typeface="Space Grotesk"/>
              </a:rPr>
              <a:t>5. Integration</a:t>
            </a:r>
            <a:endParaRPr sz="1037" b="1" dirty="0">
              <a:latin typeface="Space Grotesk"/>
              <a:ea typeface="Space Grotesk"/>
              <a:cs typeface="Space Grotesk"/>
              <a:sym typeface="Space Grotesk"/>
            </a:endParaRPr>
          </a:p>
        </p:txBody>
      </p:sp>
      <p:sp>
        <p:nvSpPr>
          <p:cNvPr id="841" name="Google Shape;841;p87"/>
          <p:cNvSpPr txBox="1"/>
          <p:nvPr/>
        </p:nvSpPr>
        <p:spPr>
          <a:xfrm>
            <a:off x="1874550" y="2985475"/>
            <a:ext cx="1664700" cy="190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Prinzip Verantwortung</a:t>
            </a: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Werte schützen</a:t>
            </a: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Verhältnismäßigkeit</a:t>
            </a:r>
            <a:endParaRPr sz="1200" dirty="0">
              <a:solidFill>
                <a:schemeClr val="lt2"/>
              </a:solidFill>
              <a:latin typeface="Space Grotesk"/>
              <a:ea typeface="Space Grotesk"/>
              <a:cs typeface="Space Grotesk"/>
              <a:sym typeface="Space Grotesk"/>
            </a:endParaRPr>
          </a:p>
        </p:txBody>
      </p:sp>
      <p:sp>
        <p:nvSpPr>
          <p:cNvPr id="842" name="Google Shape;842;p87"/>
          <p:cNvSpPr txBox="1"/>
          <p:nvPr/>
        </p:nvSpPr>
        <p:spPr>
          <a:xfrm>
            <a:off x="3718125" y="2985475"/>
            <a:ext cx="1664700" cy="190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Ökologische Folgen</a:t>
            </a: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Ökonomische Folgen</a:t>
            </a: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Soziale Folgen</a:t>
            </a:r>
            <a:endParaRPr sz="1200" dirty="0">
              <a:solidFill>
                <a:schemeClr val="lt2"/>
              </a:solidFill>
              <a:latin typeface="Space Grotesk"/>
              <a:ea typeface="Space Grotesk"/>
              <a:cs typeface="Space Grotesk"/>
              <a:sym typeface="Space Grotesk"/>
            </a:endParaRPr>
          </a:p>
        </p:txBody>
      </p:sp>
      <p:sp>
        <p:nvSpPr>
          <p:cNvPr id="843" name="Google Shape;843;p87"/>
          <p:cNvSpPr txBox="1"/>
          <p:nvPr/>
        </p:nvSpPr>
        <p:spPr>
          <a:xfrm>
            <a:off x="5561700" y="2985475"/>
            <a:ext cx="1664700" cy="190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Solutionismus</a:t>
            </a: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Technologischer Imperativ</a:t>
            </a: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endParaRPr sz="1200" dirty="0">
              <a:solidFill>
                <a:schemeClr val="lt2"/>
              </a:solidFill>
              <a:latin typeface="Space Grotesk"/>
              <a:ea typeface="Space Grotesk"/>
              <a:cs typeface="Space Grotesk"/>
              <a:sym typeface="Space Grotesk"/>
            </a:endParaRPr>
          </a:p>
          <a:p>
            <a:pPr marL="0" lvl="0" indent="0" algn="l" rtl="0">
              <a:spcBef>
                <a:spcPts val="0"/>
              </a:spcBef>
              <a:spcAft>
                <a:spcPts val="0"/>
              </a:spcAft>
              <a:buNone/>
            </a:pPr>
            <a:r>
              <a:rPr lang="en" sz="1200" dirty="0">
                <a:solidFill>
                  <a:schemeClr val="lt2"/>
                </a:solidFill>
                <a:latin typeface="Space Grotesk"/>
                <a:ea typeface="Space Grotesk"/>
                <a:cs typeface="Space Grotesk"/>
                <a:sym typeface="Space Grotesk"/>
              </a:rPr>
              <a:t>Soziale Prozesse</a:t>
            </a:r>
            <a:endParaRPr sz="1200" dirty="0">
              <a:solidFill>
                <a:schemeClr val="lt2"/>
              </a:solidFill>
              <a:latin typeface="Space Grotesk"/>
              <a:ea typeface="Space Grotesk"/>
              <a:cs typeface="Space Grotesk"/>
              <a:sym typeface="Space Grotesk"/>
            </a:endParaRPr>
          </a:p>
        </p:txBody>
      </p:sp>
      <p:sp>
        <p:nvSpPr>
          <p:cNvPr id="844" name="Google Shape;844;p87"/>
          <p:cNvSpPr/>
          <p:nvPr/>
        </p:nvSpPr>
        <p:spPr>
          <a:xfrm>
            <a:off x="699975" y="2088150"/>
            <a:ext cx="995700" cy="8283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dirty="0">
                <a:solidFill>
                  <a:schemeClr val="dk1"/>
                </a:solidFill>
                <a:latin typeface="Space Grotesk"/>
                <a:ea typeface="Space Grotesk"/>
                <a:cs typeface="Space Grotesk"/>
                <a:sym typeface="Space Grotesk"/>
              </a:rPr>
              <a:t>1. Problem Definition</a:t>
            </a:r>
            <a:endParaRPr sz="1037" b="1" dirty="0">
              <a:latin typeface="Space Grotesk"/>
              <a:ea typeface="Space Grotesk"/>
              <a:cs typeface="Space Grotesk"/>
              <a:sym typeface="Space Grotesk"/>
            </a:endParaRPr>
          </a:p>
        </p:txBody>
      </p:sp>
      <p:sp>
        <p:nvSpPr>
          <p:cNvPr id="2" name="TextBox 1">
            <a:extLst>
              <a:ext uri="{FF2B5EF4-FFF2-40B4-BE49-F238E27FC236}">
                <a16:creationId xmlns:a16="http://schemas.microsoft.com/office/drawing/2014/main" id="{B0FC5973-85A1-2295-0495-AD5C3D13E1DD}"/>
              </a:ext>
            </a:extLst>
          </p:cNvPr>
          <p:cNvSpPr txBox="1"/>
          <p:nvPr/>
        </p:nvSpPr>
        <p:spPr>
          <a:xfrm>
            <a:off x="7195876" y="4756150"/>
            <a:ext cx="1948124" cy="307777"/>
          </a:xfrm>
          <a:prstGeom prst="rect">
            <a:avLst/>
          </a:prstGeom>
          <a:noFill/>
        </p:spPr>
        <p:txBody>
          <a:bodyPr wrap="square" rtlCol="0">
            <a:spAutoFit/>
          </a:bodyPr>
          <a:lstStyle/>
          <a:p>
            <a:pPr algn="r"/>
            <a:r>
              <a:rPr lang="en-US" dirty="0">
                <a:solidFill>
                  <a:schemeClr val="tx2"/>
                </a:solidFill>
              </a:rPr>
              <a:t>[ Quelle </a:t>
            </a:r>
            <a:r>
              <a:rPr lang="de-DE" dirty="0">
                <a:solidFill>
                  <a:schemeClr val="tx2"/>
                </a:solidFill>
              </a:rPr>
              <a:t>]</a:t>
            </a:r>
          </a:p>
        </p:txBody>
      </p:sp>
      <p:sp>
        <p:nvSpPr>
          <p:cNvPr id="3" name="TextBox 2">
            <a:extLst>
              <a:ext uri="{FF2B5EF4-FFF2-40B4-BE49-F238E27FC236}">
                <a16:creationId xmlns:a16="http://schemas.microsoft.com/office/drawing/2014/main" id="{508E0A12-5326-3BE2-9F89-24283240D786}"/>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4" name="TextBox 3">
            <a:extLst>
              <a:ext uri="{FF2B5EF4-FFF2-40B4-BE49-F238E27FC236}">
                <a16:creationId xmlns:a16="http://schemas.microsoft.com/office/drawing/2014/main" id="{AB8D63BE-DD01-643A-1A41-B99BDD1A511E}"/>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5</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mph" presetSubtype="0" grpId="0" nodeType="clickEffect">
                                  <p:stCondLst>
                                    <p:cond delay="0"/>
                                  </p:stCondLst>
                                  <p:childTnLst>
                                    <p:set>
                                      <p:cBhvr>
                                        <p:cTn id="10" dur="indefinite"/>
                                        <p:tgtEl>
                                          <p:spTgt spid="841"/>
                                        </p:tgtEl>
                                        <p:attrNameLst>
                                          <p:attrName>style.opacity</p:attrName>
                                        </p:attrNameLst>
                                      </p:cBhvr>
                                      <p:to>
                                        <p:strVal val="0.5"/>
                                      </p:to>
                                    </p:set>
                                    <p:animEffect filter="image" prLst="opacity: 0.5">
                                      <p:cBhvr rctx="IE">
                                        <p:cTn id="11" dur="indefinite"/>
                                        <p:tgtEl>
                                          <p:spTgt spid="841"/>
                                        </p:tgtEl>
                                      </p:cBhvr>
                                    </p:animEffect>
                                  </p:childTnLst>
                                </p:cTn>
                              </p:par>
                            </p:childTnLst>
                          </p:cTn>
                        </p:par>
                        <p:par>
                          <p:cTn id="12" fill="hold">
                            <p:stCondLst>
                              <p:cond delay="0"/>
                            </p:stCondLst>
                            <p:childTnLst>
                              <p:par>
                                <p:cTn id="13" presetID="1" presetClass="entr" presetSubtype="0" fill="hold" nodeType="afterEffect">
                                  <p:stCondLst>
                                    <p:cond delay="0"/>
                                  </p:stCondLst>
                                  <p:childTnLst>
                                    <p:set>
                                      <p:cBhvr>
                                        <p:cTn id="14" dur="1" fill="hold">
                                          <p:stCondLst>
                                            <p:cond delay="0"/>
                                          </p:stCondLst>
                                        </p:cTn>
                                        <p:tgtEl>
                                          <p:spTgt spid="8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mph" presetSubtype="0" grpId="0" nodeType="clickEffect">
                                  <p:stCondLst>
                                    <p:cond delay="0"/>
                                  </p:stCondLst>
                                  <p:childTnLst>
                                    <p:set>
                                      <p:cBhvr>
                                        <p:cTn id="18" dur="indefinite"/>
                                        <p:tgtEl>
                                          <p:spTgt spid="842"/>
                                        </p:tgtEl>
                                        <p:attrNameLst>
                                          <p:attrName>style.opacity</p:attrName>
                                        </p:attrNameLst>
                                      </p:cBhvr>
                                      <p:to>
                                        <p:strVal val="0.5"/>
                                      </p:to>
                                    </p:set>
                                    <p:animEffect filter="image" prLst="opacity: 0.5">
                                      <p:cBhvr rctx="IE">
                                        <p:cTn id="19" dur="indefinite"/>
                                        <p:tgtEl>
                                          <p:spTgt spid="842"/>
                                        </p:tgtEl>
                                      </p:cBhvr>
                                    </p:animEffec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8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 grpId="0"/>
      <p:bldP spid="84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88"/>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800" dirty="0"/>
              <a:t>Bewertungsrahmen</a:t>
            </a:r>
            <a:endParaRPr sz="3800" dirty="0"/>
          </a:p>
        </p:txBody>
      </p:sp>
      <p:sp>
        <p:nvSpPr>
          <p:cNvPr id="850" name="Google Shape;850;p88"/>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51" name="Google Shape;851;p88"/>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52" name="Google Shape;852;p88"/>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53" name="Google Shape;853;p88"/>
          <p:cNvSpPr/>
          <p:nvPr/>
        </p:nvSpPr>
        <p:spPr>
          <a:xfrm>
            <a:off x="699975" y="1470400"/>
            <a:ext cx="1495800" cy="3981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Notwendigkeit</a:t>
            </a:r>
            <a:endParaRPr sz="1037" b="1">
              <a:latin typeface="Space Grotesk"/>
              <a:ea typeface="Space Grotesk"/>
              <a:cs typeface="Space Grotesk"/>
              <a:sym typeface="Space Grotesk"/>
            </a:endParaRPr>
          </a:p>
        </p:txBody>
      </p:sp>
      <p:sp>
        <p:nvSpPr>
          <p:cNvPr id="854" name="Google Shape;854;p88"/>
          <p:cNvSpPr/>
          <p:nvPr/>
        </p:nvSpPr>
        <p:spPr>
          <a:xfrm>
            <a:off x="699975" y="1922025"/>
            <a:ext cx="1495800" cy="398100"/>
          </a:xfrm>
          <a:prstGeom prst="rect">
            <a:avLst/>
          </a:prstGeom>
          <a:solidFill>
            <a:schemeClr val="accen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Effizienz</a:t>
            </a:r>
            <a:endParaRPr sz="1037" b="1">
              <a:latin typeface="Space Grotesk"/>
              <a:ea typeface="Space Grotesk"/>
              <a:cs typeface="Space Grotesk"/>
              <a:sym typeface="Space Grotesk"/>
            </a:endParaRPr>
          </a:p>
        </p:txBody>
      </p:sp>
      <p:sp>
        <p:nvSpPr>
          <p:cNvPr id="855" name="Google Shape;855;p88"/>
          <p:cNvSpPr/>
          <p:nvPr/>
        </p:nvSpPr>
        <p:spPr>
          <a:xfrm>
            <a:off x="699975" y="2373650"/>
            <a:ext cx="1495800" cy="3981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Transparenz</a:t>
            </a:r>
            <a:endParaRPr sz="1037" b="1">
              <a:latin typeface="Space Grotesk"/>
              <a:ea typeface="Space Grotesk"/>
              <a:cs typeface="Space Grotesk"/>
              <a:sym typeface="Space Grotesk"/>
            </a:endParaRPr>
          </a:p>
        </p:txBody>
      </p:sp>
      <p:sp>
        <p:nvSpPr>
          <p:cNvPr id="856" name="Google Shape;856;p88"/>
          <p:cNvSpPr/>
          <p:nvPr/>
        </p:nvSpPr>
        <p:spPr>
          <a:xfrm>
            <a:off x="699975" y="2825275"/>
            <a:ext cx="1495800" cy="398100"/>
          </a:xfrm>
          <a:prstGeom prst="rect">
            <a:avLst/>
          </a:prstGeom>
          <a:solidFill>
            <a:schemeClr val="accen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Nachhaltigkeit</a:t>
            </a:r>
            <a:endParaRPr sz="1037" b="1">
              <a:latin typeface="Space Grotesk"/>
              <a:ea typeface="Space Grotesk"/>
              <a:cs typeface="Space Grotesk"/>
              <a:sym typeface="Space Grotesk"/>
            </a:endParaRPr>
          </a:p>
        </p:txBody>
      </p:sp>
      <p:sp>
        <p:nvSpPr>
          <p:cNvPr id="857" name="Google Shape;857;p88"/>
          <p:cNvSpPr/>
          <p:nvPr/>
        </p:nvSpPr>
        <p:spPr>
          <a:xfrm>
            <a:off x="699975" y="3276900"/>
            <a:ext cx="1495800" cy="3981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Verhältnismäßigkeit</a:t>
            </a:r>
            <a:endParaRPr sz="1037" b="1">
              <a:latin typeface="Space Grotesk"/>
              <a:ea typeface="Space Grotesk"/>
              <a:cs typeface="Space Grotesk"/>
              <a:sym typeface="Space Grotesk"/>
            </a:endParaRPr>
          </a:p>
        </p:txBody>
      </p:sp>
      <p:sp>
        <p:nvSpPr>
          <p:cNvPr id="858" name="Google Shape;858;p88"/>
          <p:cNvSpPr/>
          <p:nvPr/>
        </p:nvSpPr>
        <p:spPr>
          <a:xfrm>
            <a:off x="699975" y="3728525"/>
            <a:ext cx="1495800" cy="398100"/>
          </a:xfrm>
          <a:prstGeom prst="rect">
            <a:avLst/>
          </a:prstGeom>
          <a:solidFill>
            <a:schemeClr val="accen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Abhängigkeiten</a:t>
            </a:r>
            <a:endParaRPr sz="1037" b="1">
              <a:latin typeface="Space Grotesk"/>
              <a:ea typeface="Space Grotesk"/>
              <a:cs typeface="Space Grotesk"/>
              <a:sym typeface="Space Grotesk"/>
            </a:endParaRPr>
          </a:p>
        </p:txBody>
      </p:sp>
      <p:sp>
        <p:nvSpPr>
          <p:cNvPr id="859" name="Google Shape;859;p88"/>
          <p:cNvSpPr/>
          <p:nvPr/>
        </p:nvSpPr>
        <p:spPr>
          <a:xfrm>
            <a:off x="699975" y="4180150"/>
            <a:ext cx="1495800" cy="3981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Werteorientierung</a:t>
            </a:r>
            <a:endParaRPr sz="1037" b="1">
              <a:latin typeface="Space Grotesk"/>
              <a:ea typeface="Space Grotesk"/>
              <a:cs typeface="Space Grotesk"/>
              <a:sym typeface="Space Grotesk"/>
            </a:endParaRPr>
          </a:p>
        </p:txBody>
      </p:sp>
      <p:sp>
        <p:nvSpPr>
          <p:cNvPr id="860" name="Google Shape;860;p88"/>
          <p:cNvSpPr txBox="1"/>
          <p:nvPr/>
        </p:nvSpPr>
        <p:spPr>
          <a:xfrm>
            <a:off x="2340525" y="146947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lt2"/>
                </a:solidFill>
                <a:latin typeface="Space Grotesk"/>
                <a:ea typeface="Space Grotesk"/>
                <a:cs typeface="Space Grotesk"/>
                <a:sym typeface="Space Grotesk"/>
              </a:rPr>
              <a:t>Ist das Problem so definiert, dass der Einsatz von KI überhaupt erforderlich ist? Gibt es auch weniger komplexe alternativen?</a:t>
            </a:r>
            <a:endParaRPr sz="900" dirty="0">
              <a:solidFill>
                <a:schemeClr val="lt2"/>
              </a:solidFill>
              <a:latin typeface="Space Grotesk"/>
              <a:ea typeface="Space Grotesk"/>
              <a:cs typeface="Space Grotesk"/>
              <a:sym typeface="Space Grotesk"/>
            </a:endParaRPr>
          </a:p>
        </p:txBody>
      </p:sp>
      <p:sp>
        <p:nvSpPr>
          <p:cNvPr id="861" name="Google Shape;861;p88"/>
          <p:cNvSpPr txBox="1"/>
          <p:nvPr/>
        </p:nvSpPr>
        <p:spPr>
          <a:xfrm>
            <a:off x="2340525" y="192202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lt2"/>
                </a:solidFill>
                <a:latin typeface="Space Grotesk"/>
                <a:ea typeface="Space Grotesk"/>
                <a:cs typeface="Space Grotesk"/>
                <a:sym typeface="Space Grotesk"/>
              </a:rPr>
              <a:t>Ist ein einfacheres, energieärmeres System ausreichend?</a:t>
            </a:r>
            <a:endParaRPr sz="900" dirty="0">
              <a:solidFill>
                <a:schemeClr val="lt2"/>
              </a:solidFill>
              <a:latin typeface="Space Grotesk"/>
              <a:ea typeface="Space Grotesk"/>
              <a:cs typeface="Space Grotesk"/>
              <a:sym typeface="Space Grotesk"/>
            </a:endParaRPr>
          </a:p>
        </p:txBody>
      </p:sp>
      <p:sp>
        <p:nvSpPr>
          <p:cNvPr id="862" name="Google Shape;862;p88"/>
          <p:cNvSpPr txBox="1"/>
          <p:nvPr/>
        </p:nvSpPr>
        <p:spPr>
          <a:xfrm>
            <a:off x="2340525" y="237457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lt2"/>
                </a:solidFill>
                <a:latin typeface="Space Grotesk"/>
                <a:ea typeface="Space Grotesk"/>
                <a:cs typeface="Space Grotesk"/>
                <a:sym typeface="Space Grotesk"/>
              </a:rPr>
              <a:t>Kann die Funktionsweise nachvollzogen werden (vom Benutzer und vom Entwickler)?</a:t>
            </a:r>
            <a:endParaRPr sz="900" dirty="0">
              <a:solidFill>
                <a:schemeClr val="lt2"/>
              </a:solidFill>
              <a:latin typeface="Space Grotesk"/>
              <a:ea typeface="Space Grotesk"/>
              <a:cs typeface="Space Grotesk"/>
              <a:sym typeface="Space Grotesk"/>
            </a:endParaRPr>
          </a:p>
        </p:txBody>
      </p:sp>
      <p:sp>
        <p:nvSpPr>
          <p:cNvPr id="863" name="Google Shape;863;p88"/>
          <p:cNvSpPr txBox="1"/>
          <p:nvPr/>
        </p:nvSpPr>
        <p:spPr>
          <a:xfrm>
            <a:off x="2340525" y="282712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2"/>
                </a:solidFill>
                <a:latin typeface="Space Grotesk"/>
                <a:ea typeface="Space Grotesk"/>
                <a:cs typeface="Space Grotesk"/>
                <a:sym typeface="Space Grotesk"/>
              </a:rPr>
              <a:t>Wie groß sind die ökologischen und sozialen Kosten?</a:t>
            </a:r>
            <a:endParaRPr sz="900">
              <a:solidFill>
                <a:schemeClr val="lt2"/>
              </a:solidFill>
              <a:latin typeface="Space Grotesk"/>
              <a:ea typeface="Space Grotesk"/>
              <a:cs typeface="Space Grotesk"/>
              <a:sym typeface="Space Grotesk"/>
            </a:endParaRPr>
          </a:p>
        </p:txBody>
      </p:sp>
      <p:sp>
        <p:nvSpPr>
          <p:cNvPr id="864" name="Google Shape;864;p88"/>
          <p:cNvSpPr txBox="1"/>
          <p:nvPr/>
        </p:nvSpPr>
        <p:spPr>
          <a:xfrm>
            <a:off x="2340525" y="327967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2"/>
                </a:solidFill>
                <a:latin typeface="Space Grotesk"/>
                <a:ea typeface="Space Grotesk"/>
                <a:cs typeface="Space Grotesk"/>
                <a:sym typeface="Space Grotesk"/>
              </a:rPr>
              <a:t>Steht der Nutzen der KI im Verhältnis zu Aufwand und Folgen?</a:t>
            </a:r>
            <a:endParaRPr sz="900">
              <a:solidFill>
                <a:schemeClr val="lt2"/>
              </a:solidFill>
              <a:latin typeface="Space Grotesk"/>
              <a:ea typeface="Space Grotesk"/>
              <a:cs typeface="Space Grotesk"/>
              <a:sym typeface="Space Grotesk"/>
            </a:endParaRPr>
          </a:p>
        </p:txBody>
      </p:sp>
      <p:sp>
        <p:nvSpPr>
          <p:cNvPr id="865" name="Google Shape;865;p88"/>
          <p:cNvSpPr txBox="1"/>
          <p:nvPr/>
        </p:nvSpPr>
        <p:spPr>
          <a:xfrm>
            <a:off x="2340525" y="373222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lt2"/>
                </a:solidFill>
                <a:latin typeface="Space Grotesk"/>
                <a:ea typeface="Space Grotesk"/>
                <a:cs typeface="Space Grotesk"/>
                <a:sym typeface="Space Grotesk"/>
              </a:rPr>
              <a:t>Entstehen technische, organisatorische oder personelle Abhängigkeiten, die bestimmte Stakeholder unverhältnismäßig einschränken oder in eine einseitige Machtposition bringen?</a:t>
            </a:r>
            <a:endParaRPr sz="900" dirty="0">
              <a:solidFill>
                <a:schemeClr val="lt2"/>
              </a:solidFill>
              <a:latin typeface="Space Grotesk"/>
              <a:ea typeface="Space Grotesk"/>
              <a:cs typeface="Space Grotesk"/>
              <a:sym typeface="Space Grotesk"/>
            </a:endParaRPr>
          </a:p>
        </p:txBody>
      </p:sp>
      <p:sp>
        <p:nvSpPr>
          <p:cNvPr id="866" name="Google Shape;866;p88"/>
          <p:cNvSpPr txBox="1"/>
          <p:nvPr/>
        </p:nvSpPr>
        <p:spPr>
          <a:xfrm>
            <a:off x="2340525" y="418477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chemeClr val="lt2"/>
                </a:solidFill>
                <a:latin typeface="Space Grotesk"/>
                <a:ea typeface="Space Grotesk"/>
                <a:cs typeface="Space Grotesk"/>
                <a:sym typeface="Space Grotesk"/>
              </a:rPr>
              <a:t>Unterstützt die Technologie die Werte der betroffenen Stakeholdergruppen (z. B. Fairness, Transparenz, Teilhabe), oder steht sie in Konflikt mit ihnen?</a:t>
            </a:r>
            <a:endParaRPr sz="900">
              <a:solidFill>
                <a:schemeClr val="lt2"/>
              </a:solidFill>
              <a:latin typeface="Space Grotesk"/>
              <a:ea typeface="Space Grotesk"/>
              <a:cs typeface="Space Grotesk"/>
              <a:sym typeface="Space Grotesk"/>
            </a:endParaRPr>
          </a:p>
          <a:p>
            <a:pPr marL="0" lvl="0" indent="0" algn="l" rtl="0">
              <a:spcBef>
                <a:spcPts val="0"/>
              </a:spcBef>
              <a:spcAft>
                <a:spcPts val="0"/>
              </a:spcAft>
              <a:buClr>
                <a:schemeClr val="dk1"/>
              </a:buClr>
              <a:buSzPts val="1100"/>
              <a:buFont typeface="Arial"/>
              <a:buNone/>
            </a:pPr>
            <a:endParaRPr sz="900">
              <a:solidFill>
                <a:schemeClr val="lt2"/>
              </a:solidFill>
              <a:latin typeface="Space Grotesk"/>
              <a:ea typeface="Space Grotesk"/>
              <a:cs typeface="Space Grotesk"/>
              <a:sym typeface="Space Grotesk"/>
            </a:endParaRPr>
          </a:p>
          <a:p>
            <a:pPr marL="0" lvl="0" indent="0" algn="l" rtl="0">
              <a:spcBef>
                <a:spcPts val="0"/>
              </a:spcBef>
              <a:spcAft>
                <a:spcPts val="0"/>
              </a:spcAft>
              <a:buNone/>
            </a:pPr>
            <a:endParaRPr sz="900">
              <a:solidFill>
                <a:schemeClr val="lt2"/>
              </a:solidFill>
              <a:latin typeface="Space Grotesk"/>
              <a:ea typeface="Space Grotesk"/>
              <a:cs typeface="Space Grotesk"/>
              <a:sym typeface="Space Grotesk"/>
            </a:endParaRPr>
          </a:p>
        </p:txBody>
      </p:sp>
      <p:sp>
        <p:nvSpPr>
          <p:cNvPr id="2" name="TextBox 1">
            <a:extLst>
              <a:ext uri="{FF2B5EF4-FFF2-40B4-BE49-F238E27FC236}">
                <a16:creationId xmlns:a16="http://schemas.microsoft.com/office/drawing/2014/main" id="{3D935E25-5DF9-0B80-D97A-A514E5379555}"/>
              </a:ext>
            </a:extLst>
          </p:cNvPr>
          <p:cNvSpPr txBox="1"/>
          <p:nvPr/>
        </p:nvSpPr>
        <p:spPr>
          <a:xfrm>
            <a:off x="7195876" y="4756150"/>
            <a:ext cx="1948124" cy="307777"/>
          </a:xfrm>
          <a:prstGeom prst="rect">
            <a:avLst/>
          </a:prstGeom>
          <a:noFill/>
        </p:spPr>
        <p:txBody>
          <a:bodyPr wrap="square" rtlCol="0">
            <a:spAutoFit/>
          </a:bodyPr>
          <a:lstStyle/>
          <a:p>
            <a:pPr algn="r"/>
            <a:r>
              <a:rPr lang="en-US" dirty="0">
                <a:solidFill>
                  <a:schemeClr val="tx2"/>
                </a:solidFill>
              </a:rPr>
              <a:t>[ Quelle </a:t>
            </a:r>
            <a:r>
              <a:rPr lang="de-DE" dirty="0">
                <a:solidFill>
                  <a:schemeClr val="tx2"/>
                </a:solidFill>
              </a:rPr>
              <a:t>]</a:t>
            </a:r>
          </a:p>
        </p:txBody>
      </p:sp>
      <p:sp>
        <p:nvSpPr>
          <p:cNvPr id="3" name="TextBox 2">
            <a:extLst>
              <a:ext uri="{FF2B5EF4-FFF2-40B4-BE49-F238E27FC236}">
                <a16:creationId xmlns:a16="http://schemas.microsoft.com/office/drawing/2014/main" id="{B5F1554F-C4BC-5987-102A-427AAAC10A69}"/>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4" name="TextBox 3">
            <a:extLst>
              <a:ext uri="{FF2B5EF4-FFF2-40B4-BE49-F238E27FC236}">
                <a16:creationId xmlns:a16="http://schemas.microsoft.com/office/drawing/2014/main" id="{E0D96108-5529-B30A-C02C-4BBA1BCD7ADB}"/>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6</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mph" presetSubtype="0" grpId="0" nodeType="clickEffect">
                                  <p:stCondLst>
                                    <p:cond delay="0"/>
                                  </p:stCondLst>
                                  <p:childTnLst>
                                    <p:set>
                                      <p:cBhvr>
                                        <p:cTn id="10" dur="indefinite"/>
                                        <p:tgtEl>
                                          <p:spTgt spid="860"/>
                                        </p:tgtEl>
                                        <p:attrNameLst>
                                          <p:attrName>style.opacity</p:attrName>
                                        </p:attrNameLst>
                                      </p:cBhvr>
                                      <p:to>
                                        <p:strVal val="0.5"/>
                                      </p:to>
                                    </p:set>
                                    <p:animEffect filter="image" prLst="opacity: 0.5">
                                      <p:cBhvr rctx="IE">
                                        <p:cTn id="11" dur="indefinite"/>
                                        <p:tgtEl>
                                          <p:spTgt spid="860"/>
                                        </p:tgtEl>
                                      </p:cBhvr>
                                    </p:animEffect>
                                  </p:childTnLst>
                                </p:cTn>
                              </p:par>
                            </p:childTnLst>
                          </p:cTn>
                        </p:par>
                        <p:par>
                          <p:cTn id="12" fill="hold">
                            <p:stCondLst>
                              <p:cond delay="0"/>
                            </p:stCondLst>
                            <p:childTnLst>
                              <p:par>
                                <p:cTn id="13" presetID="1" presetClass="entr" presetSubtype="0" fill="hold" nodeType="afterEffect">
                                  <p:stCondLst>
                                    <p:cond delay="0"/>
                                  </p:stCondLst>
                                  <p:childTnLst>
                                    <p:set>
                                      <p:cBhvr>
                                        <p:cTn id="14" dur="1" fill="hold">
                                          <p:stCondLst>
                                            <p:cond delay="0"/>
                                          </p:stCondLst>
                                        </p:cTn>
                                        <p:tgtEl>
                                          <p:spTgt spid="8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mph" presetSubtype="0" grpId="0" nodeType="clickEffect">
                                  <p:stCondLst>
                                    <p:cond delay="0"/>
                                  </p:stCondLst>
                                  <p:childTnLst>
                                    <p:set>
                                      <p:cBhvr>
                                        <p:cTn id="18" dur="indefinite"/>
                                        <p:tgtEl>
                                          <p:spTgt spid="861"/>
                                        </p:tgtEl>
                                        <p:attrNameLst>
                                          <p:attrName>style.opacity</p:attrName>
                                        </p:attrNameLst>
                                      </p:cBhvr>
                                      <p:to>
                                        <p:strVal val="0.5"/>
                                      </p:to>
                                    </p:set>
                                    <p:animEffect filter="image" prLst="opacity: 0.5">
                                      <p:cBhvr rctx="IE">
                                        <p:cTn id="19" dur="indefinite"/>
                                        <p:tgtEl>
                                          <p:spTgt spid="861"/>
                                        </p:tgtEl>
                                      </p:cBhvr>
                                    </p:animEffec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8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9" presetClass="emph" presetSubtype="0" grpId="0" nodeType="clickEffect">
                                  <p:stCondLst>
                                    <p:cond delay="0"/>
                                  </p:stCondLst>
                                  <p:childTnLst>
                                    <p:set>
                                      <p:cBhvr>
                                        <p:cTn id="26" dur="indefinite"/>
                                        <p:tgtEl>
                                          <p:spTgt spid="862"/>
                                        </p:tgtEl>
                                        <p:attrNameLst>
                                          <p:attrName>style.opacity</p:attrName>
                                        </p:attrNameLst>
                                      </p:cBhvr>
                                      <p:to>
                                        <p:strVal val="0.5"/>
                                      </p:to>
                                    </p:set>
                                    <p:animEffect filter="image" prLst="opacity: 0.5">
                                      <p:cBhvr rctx="IE">
                                        <p:cTn id="27" dur="indefinite"/>
                                        <p:tgtEl>
                                          <p:spTgt spid="862"/>
                                        </p:tgtEl>
                                      </p:cBhvr>
                                    </p:animEffec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8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9" presetClass="emph" presetSubtype="0" grpId="0" nodeType="clickEffect">
                                  <p:stCondLst>
                                    <p:cond delay="0"/>
                                  </p:stCondLst>
                                  <p:childTnLst>
                                    <p:set>
                                      <p:cBhvr>
                                        <p:cTn id="34" dur="indefinite"/>
                                        <p:tgtEl>
                                          <p:spTgt spid="863"/>
                                        </p:tgtEl>
                                        <p:attrNameLst>
                                          <p:attrName>style.opacity</p:attrName>
                                        </p:attrNameLst>
                                      </p:cBhvr>
                                      <p:to>
                                        <p:strVal val="0.5"/>
                                      </p:to>
                                    </p:set>
                                    <p:animEffect filter="image" prLst="opacity: 0.5">
                                      <p:cBhvr rctx="IE">
                                        <p:cTn id="35" dur="indefinite"/>
                                        <p:tgtEl>
                                          <p:spTgt spid="863"/>
                                        </p:tgtEl>
                                      </p:cBhvr>
                                    </p:animEffec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8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9" presetClass="emph" presetSubtype="0" grpId="0" nodeType="clickEffect">
                                  <p:stCondLst>
                                    <p:cond delay="0"/>
                                  </p:stCondLst>
                                  <p:childTnLst>
                                    <p:set>
                                      <p:cBhvr>
                                        <p:cTn id="42" dur="indefinite"/>
                                        <p:tgtEl>
                                          <p:spTgt spid="864"/>
                                        </p:tgtEl>
                                        <p:attrNameLst>
                                          <p:attrName>style.opacity</p:attrName>
                                        </p:attrNameLst>
                                      </p:cBhvr>
                                      <p:to>
                                        <p:strVal val="0.5"/>
                                      </p:to>
                                    </p:set>
                                    <p:animEffect filter="image" prLst="opacity: 0.5">
                                      <p:cBhvr rctx="IE">
                                        <p:cTn id="43" dur="indefinite"/>
                                        <p:tgtEl>
                                          <p:spTgt spid="864"/>
                                        </p:tgtEl>
                                      </p:cBhvr>
                                    </p:animEffect>
                                  </p:childTnLst>
                                </p:cTn>
                              </p:par>
                            </p:childTnLst>
                          </p:cTn>
                        </p:par>
                        <p:par>
                          <p:cTn id="44" fill="hold">
                            <p:stCondLst>
                              <p:cond delay="0"/>
                            </p:stCondLst>
                            <p:childTnLst>
                              <p:par>
                                <p:cTn id="45" presetID="1" presetClass="entr" presetSubtype="0" fill="hold" nodeType="afterEffect">
                                  <p:stCondLst>
                                    <p:cond delay="0"/>
                                  </p:stCondLst>
                                  <p:childTnLst>
                                    <p:set>
                                      <p:cBhvr>
                                        <p:cTn id="46" dur="1" fill="hold">
                                          <p:stCondLst>
                                            <p:cond delay="0"/>
                                          </p:stCondLst>
                                        </p:cTn>
                                        <p:tgtEl>
                                          <p:spTgt spid="8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9" presetClass="emph" presetSubtype="0" grpId="0" nodeType="clickEffect">
                                  <p:stCondLst>
                                    <p:cond delay="0"/>
                                  </p:stCondLst>
                                  <p:childTnLst>
                                    <p:set>
                                      <p:cBhvr>
                                        <p:cTn id="50" dur="indefinite"/>
                                        <p:tgtEl>
                                          <p:spTgt spid="865"/>
                                        </p:tgtEl>
                                        <p:attrNameLst>
                                          <p:attrName>style.opacity</p:attrName>
                                        </p:attrNameLst>
                                      </p:cBhvr>
                                      <p:to>
                                        <p:strVal val="0.5"/>
                                      </p:to>
                                    </p:set>
                                    <p:animEffect filter="image" prLst="opacity: 0.5">
                                      <p:cBhvr rctx="IE">
                                        <p:cTn id="51" dur="indefinite"/>
                                        <p:tgtEl>
                                          <p:spTgt spid="865"/>
                                        </p:tgtEl>
                                      </p:cBhvr>
                                    </p:animEffec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 grpId="0"/>
      <p:bldP spid="861" grpId="0"/>
      <p:bldP spid="862" grpId="0"/>
      <p:bldP spid="863" grpId="0"/>
      <p:bldP spid="864" grpId="0"/>
      <p:bldP spid="8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89"/>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de-DE" sz="3600" noProof="0" dirty="0"/>
              <a:t>Fallstudie: KI-Formularassistent</a:t>
            </a:r>
          </a:p>
          <a:p>
            <a:pPr marL="0" lvl="0" indent="0" algn="l" rtl="0">
              <a:spcBef>
                <a:spcPts val="0"/>
              </a:spcBef>
              <a:spcAft>
                <a:spcPts val="0"/>
              </a:spcAft>
              <a:buNone/>
            </a:pPr>
            <a:endParaRPr lang="de-DE" sz="3600" noProof="0" dirty="0"/>
          </a:p>
        </p:txBody>
      </p:sp>
      <p:sp>
        <p:nvSpPr>
          <p:cNvPr id="872" name="Google Shape;872;p89"/>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874" name="Google Shape;874;p89"/>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873" name="Google Shape;873;p89"/>
          <p:cNvSpPr/>
          <p:nvPr/>
        </p:nvSpPr>
        <p:spPr>
          <a:xfrm>
            <a:off x="7362611" y="1621871"/>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grpSp>
        <p:nvGrpSpPr>
          <p:cNvPr id="850" name="Group 849">
            <a:extLst>
              <a:ext uri="{FF2B5EF4-FFF2-40B4-BE49-F238E27FC236}">
                <a16:creationId xmlns:a16="http://schemas.microsoft.com/office/drawing/2014/main" id="{F004DFE1-E4CF-8D70-1363-C8856763151F}"/>
              </a:ext>
            </a:extLst>
          </p:cNvPr>
          <p:cNvGrpSpPr/>
          <p:nvPr/>
        </p:nvGrpSpPr>
        <p:grpSpPr>
          <a:xfrm>
            <a:off x="1195468" y="1444771"/>
            <a:ext cx="6753064" cy="2784879"/>
            <a:chOff x="504413" y="1389292"/>
            <a:chExt cx="6753064" cy="2784879"/>
          </a:xfrm>
        </p:grpSpPr>
        <p:pic>
          <p:nvPicPr>
            <p:cNvPr id="3" name="Graphic 2" descr="User with solid fill">
              <a:extLst>
                <a:ext uri="{FF2B5EF4-FFF2-40B4-BE49-F238E27FC236}">
                  <a16:creationId xmlns:a16="http://schemas.microsoft.com/office/drawing/2014/main" id="{CC9A9E6B-2A37-CA4F-068A-5B9A87FBE0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413" y="2178964"/>
              <a:ext cx="914400" cy="914400"/>
            </a:xfrm>
            <a:prstGeom prst="rect">
              <a:avLst/>
            </a:prstGeom>
          </p:spPr>
        </p:pic>
        <p:sp>
          <p:nvSpPr>
            <p:cNvPr id="875" name="Google Shape;875;p89"/>
            <p:cNvSpPr/>
            <p:nvPr/>
          </p:nvSpPr>
          <p:spPr>
            <a:xfrm>
              <a:off x="1418813" y="1686871"/>
              <a:ext cx="2089347" cy="2487300"/>
            </a:xfrm>
            <a:prstGeom prst="rect">
              <a:avLst/>
            </a:prstGeom>
            <a:no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876" name="Google Shape;876;p89"/>
            <p:cNvSpPr/>
            <p:nvPr/>
          </p:nvSpPr>
          <p:spPr>
            <a:xfrm>
              <a:off x="5168130" y="1682990"/>
              <a:ext cx="2089347" cy="2487300"/>
            </a:xfrm>
            <a:prstGeom prst="rect">
              <a:avLst/>
            </a:prstGeom>
            <a:no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4" name="Google Shape;875;p89">
              <a:extLst>
                <a:ext uri="{FF2B5EF4-FFF2-40B4-BE49-F238E27FC236}">
                  <a16:creationId xmlns:a16="http://schemas.microsoft.com/office/drawing/2014/main" id="{B8103BC0-7170-4B63-FBD3-AB445A653E3C}"/>
                </a:ext>
              </a:extLst>
            </p:cNvPr>
            <p:cNvSpPr/>
            <p:nvPr/>
          </p:nvSpPr>
          <p:spPr>
            <a:xfrm>
              <a:off x="1547957" y="2437269"/>
              <a:ext cx="1037654" cy="493252"/>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de-DE" sz="900" noProof="0" dirty="0">
                  <a:solidFill>
                    <a:schemeClr val="tx2"/>
                  </a:solidFill>
                  <a:latin typeface="Space Grotesk"/>
                  <a:ea typeface="Space Grotesk"/>
                  <a:cs typeface="Space Grotesk"/>
                  <a:sym typeface="Space Grotesk"/>
                </a:rPr>
                <a:t>Ich fahre einen </a:t>
              </a:r>
              <a:r>
                <a:rPr lang="de-DE" sz="900" noProof="0" dirty="0">
                  <a:solidFill>
                    <a:schemeClr val="accent5"/>
                  </a:solidFill>
                  <a:latin typeface="Space Grotesk"/>
                  <a:ea typeface="Space Grotesk"/>
                  <a:cs typeface="Space Grotesk"/>
                  <a:sym typeface="Space Grotesk"/>
                </a:rPr>
                <a:t>Diesel</a:t>
              </a:r>
              <a:r>
                <a:rPr lang="de-DE" sz="900" noProof="0" dirty="0">
                  <a:solidFill>
                    <a:schemeClr val="tx2"/>
                  </a:solidFill>
                  <a:latin typeface="Space Grotesk"/>
                  <a:ea typeface="Space Grotesk"/>
                  <a:cs typeface="Space Grotesk"/>
                  <a:sym typeface="Space Grotesk"/>
                </a:rPr>
                <a:t> </a:t>
              </a:r>
              <a:r>
                <a:rPr lang="de-DE" sz="900" noProof="0" dirty="0">
                  <a:solidFill>
                    <a:schemeClr val="accent2"/>
                  </a:solidFill>
                  <a:latin typeface="Space Grotesk"/>
                  <a:ea typeface="Space Grotesk"/>
                  <a:cs typeface="Space Grotesk"/>
                  <a:sym typeface="Space Grotesk"/>
                </a:rPr>
                <a:t>BMW</a:t>
              </a:r>
            </a:p>
          </p:txBody>
        </p:sp>
        <p:sp>
          <p:nvSpPr>
            <p:cNvPr id="5" name="Google Shape;875;p89">
              <a:extLst>
                <a:ext uri="{FF2B5EF4-FFF2-40B4-BE49-F238E27FC236}">
                  <a16:creationId xmlns:a16="http://schemas.microsoft.com/office/drawing/2014/main" id="{203B493D-B5FE-2B0A-323B-A5CD94256EFE}"/>
                </a:ext>
              </a:extLst>
            </p:cNvPr>
            <p:cNvSpPr/>
            <p:nvPr/>
          </p:nvSpPr>
          <p:spPr>
            <a:xfrm>
              <a:off x="5310404" y="1999476"/>
              <a:ext cx="1037654" cy="281000"/>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de-DE" sz="1000" noProof="0" dirty="0">
                  <a:solidFill>
                    <a:schemeClr val="accent2"/>
                  </a:solidFill>
                  <a:latin typeface="Space Grotesk"/>
                  <a:ea typeface="Space Grotesk"/>
                  <a:cs typeface="Space Grotesk"/>
                  <a:sym typeface="Space Grotesk"/>
                </a:rPr>
                <a:t>BMW</a:t>
              </a:r>
            </a:p>
          </p:txBody>
        </p:sp>
        <p:sp>
          <p:nvSpPr>
            <p:cNvPr id="7" name="Rectangle 6">
              <a:extLst>
                <a:ext uri="{FF2B5EF4-FFF2-40B4-BE49-F238E27FC236}">
                  <a16:creationId xmlns:a16="http://schemas.microsoft.com/office/drawing/2014/main" id="{91BC13F4-7CDB-9BE2-C1F2-CB2BD6322184}"/>
                </a:ext>
              </a:extLst>
            </p:cNvPr>
            <p:cNvSpPr/>
            <p:nvPr/>
          </p:nvSpPr>
          <p:spPr>
            <a:xfrm>
              <a:off x="5310404" y="1851959"/>
              <a:ext cx="1037654" cy="1475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800" noProof="0" dirty="0">
                  <a:solidFill>
                    <a:schemeClr val="tx2"/>
                  </a:solidFill>
                </a:rPr>
                <a:t>Marke</a:t>
              </a:r>
            </a:p>
          </p:txBody>
        </p:sp>
        <p:sp>
          <p:nvSpPr>
            <p:cNvPr id="8" name="Google Shape;875;p89">
              <a:extLst>
                <a:ext uri="{FF2B5EF4-FFF2-40B4-BE49-F238E27FC236}">
                  <a16:creationId xmlns:a16="http://schemas.microsoft.com/office/drawing/2014/main" id="{F606B7C6-C0E3-3677-BC82-7301F3BB1416}"/>
                </a:ext>
              </a:extLst>
            </p:cNvPr>
            <p:cNvSpPr/>
            <p:nvPr/>
          </p:nvSpPr>
          <p:spPr>
            <a:xfrm>
              <a:off x="2318411" y="1870271"/>
              <a:ext cx="1037654" cy="493252"/>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de-DE" sz="900" noProof="0" dirty="0">
                  <a:solidFill>
                    <a:schemeClr val="tx2"/>
                  </a:solidFill>
                  <a:latin typeface="Space Grotesk"/>
                  <a:ea typeface="Space Grotesk"/>
                  <a:cs typeface="Space Grotesk"/>
                  <a:sym typeface="Space Grotesk"/>
                </a:rPr>
                <a:t>Welches Auto fahren Sie?</a:t>
              </a:r>
            </a:p>
          </p:txBody>
        </p:sp>
        <p:sp>
          <p:nvSpPr>
            <p:cNvPr id="9" name="Google Shape;875;p89">
              <a:extLst>
                <a:ext uri="{FF2B5EF4-FFF2-40B4-BE49-F238E27FC236}">
                  <a16:creationId xmlns:a16="http://schemas.microsoft.com/office/drawing/2014/main" id="{1A8A1805-E3C2-2CC7-28D4-AA44DAC13FFF}"/>
                </a:ext>
              </a:extLst>
            </p:cNvPr>
            <p:cNvSpPr/>
            <p:nvPr/>
          </p:nvSpPr>
          <p:spPr>
            <a:xfrm>
              <a:off x="5310404" y="2568137"/>
              <a:ext cx="1037654" cy="281000"/>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de-DE" sz="1000" noProof="0" dirty="0">
                  <a:solidFill>
                    <a:schemeClr val="tx2"/>
                  </a:solidFill>
                  <a:latin typeface="Space Grotesk"/>
                  <a:ea typeface="Space Grotesk"/>
                  <a:cs typeface="Space Grotesk"/>
                  <a:sym typeface="Space Grotesk"/>
                </a:rPr>
                <a:t>…</a:t>
              </a:r>
            </a:p>
          </p:txBody>
        </p:sp>
        <p:sp>
          <p:nvSpPr>
            <p:cNvPr id="10" name="Rectangle 9">
              <a:extLst>
                <a:ext uri="{FF2B5EF4-FFF2-40B4-BE49-F238E27FC236}">
                  <a16:creationId xmlns:a16="http://schemas.microsoft.com/office/drawing/2014/main" id="{78511C6E-09FB-4058-1597-F9277BEC3C82}"/>
                </a:ext>
              </a:extLst>
            </p:cNvPr>
            <p:cNvSpPr/>
            <p:nvPr/>
          </p:nvSpPr>
          <p:spPr>
            <a:xfrm>
              <a:off x="5310404" y="2420620"/>
              <a:ext cx="1037654" cy="1475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800" noProof="0" dirty="0">
                  <a:solidFill>
                    <a:schemeClr val="tx2"/>
                  </a:solidFill>
                </a:rPr>
                <a:t>Modell</a:t>
              </a:r>
            </a:p>
          </p:txBody>
        </p:sp>
        <p:sp>
          <p:nvSpPr>
            <p:cNvPr id="11" name="Google Shape;875;p89">
              <a:extLst>
                <a:ext uri="{FF2B5EF4-FFF2-40B4-BE49-F238E27FC236}">
                  <a16:creationId xmlns:a16="http://schemas.microsoft.com/office/drawing/2014/main" id="{E8F0DF41-C8FD-60F7-60E8-64CF5EE05624}"/>
                </a:ext>
              </a:extLst>
            </p:cNvPr>
            <p:cNvSpPr/>
            <p:nvPr/>
          </p:nvSpPr>
          <p:spPr>
            <a:xfrm>
              <a:off x="5310404" y="3137058"/>
              <a:ext cx="1037654" cy="281000"/>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de-DE" sz="1000" noProof="0" dirty="0">
                  <a:solidFill>
                    <a:schemeClr val="accent5"/>
                  </a:solidFill>
                  <a:latin typeface="Space Grotesk"/>
                  <a:ea typeface="Space Grotesk"/>
                  <a:cs typeface="Space Grotesk"/>
                  <a:sym typeface="Space Grotesk"/>
                </a:rPr>
                <a:t>Diesel</a:t>
              </a:r>
            </a:p>
          </p:txBody>
        </p:sp>
        <p:sp>
          <p:nvSpPr>
            <p:cNvPr id="12" name="Rectangle 11">
              <a:extLst>
                <a:ext uri="{FF2B5EF4-FFF2-40B4-BE49-F238E27FC236}">
                  <a16:creationId xmlns:a16="http://schemas.microsoft.com/office/drawing/2014/main" id="{2A3B31EE-969F-FCB0-D163-179D54A46EE1}"/>
                </a:ext>
              </a:extLst>
            </p:cNvPr>
            <p:cNvSpPr/>
            <p:nvPr/>
          </p:nvSpPr>
          <p:spPr>
            <a:xfrm>
              <a:off x="5310404" y="2989541"/>
              <a:ext cx="1037654" cy="1475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800" noProof="0" dirty="0">
                  <a:solidFill>
                    <a:schemeClr val="tx2"/>
                  </a:solidFill>
                </a:rPr>
                <a:t>Treibstoff</a:t>
              </a:r>
            </a:p>
          </p:txBody>
        </p:sp>
        <p:sp>
          <p:nvSpPr>
            <p:cNvPr id="13" name="Google Shape;875;p89">
              <a:extLst>
                <a:ext uri="{FF2B5EF4-FFF2-40B4-BE49-F238E27FC236}">
                  <a16:creationId xmlns:a16="http://schemas.microsoft.com/office/drawing/2014/main" id="{41797082-2B27-5DD3-F747-9EA9771C7A53}"/>
                </a:ext>
              </a:extLst>
            </p:cNvPr>
            <p:cNvSpPr/>
            <p:nvPr/>
          </p:nvSpPr>
          <p:spPr>
            <a:xfrm>
              <a:off x="1547957" y="3002994"/>
              <a:ext cx="1037654" cy="493252"/>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de-DE" sz="900" noProof="0" dirty="0">
                  <a:solidFill>
                    <a:schemeClr val="tx2"/>
                  </a:solidFill>
                  <a:latin typeface="Space Grotesk"/>
                  <a:ea typeface="Space Grotesk"/>
                  <a:cs typeface="Space Grotesk"/>
                  <a:sym typeface="Space Grotesk"/>
                </a:rPr>
                <a:t>Was bedeutet </a:t>
              </a:r>
              <a:r>
                <a:rPr lang="de-DE" sz="900" noProof="0" dirty="0">
                  <a:solidFill>
                    <a:schemeClr val="accent4"/>
                  </a:solidFill>
                  <a:latin typeface="Space Grotesk"/>
                  <a:ea typeface="Space Grotesk"/>
                  <a:cs typeface="Space Grotesk"/>
                  <a:sym typeface="Space Grotesk"/>
                </a:rPr>
                <a:t>Erstzulassung?</a:t>
              </a:r>
            </a:p>
          </p:txBody>
        </p:sp>
        <p:sp>
          <p:nvSpPr>
            <p:cNvPr id="14" name="Google Shape;875;p89">
              <a:extLst>
                <a:ext uri="{FF2B5EF4-FFF2-40B4-BE49-F238E27FC236}">
                  <a16:creationId xmlns:a16="http://schemas.microsoft.com/office/drawing/2014/main" id="{59039395-0020-6042-684C-5D874047D7F6}"/>
                </a:ext>
              </a:extLst>
            </p:cNvPr>
            <p:cNvSpPr/>
            <p:nvPr/>
          </p:nvSpPr>
          <p:spPr>
            <a:xfrm>
              <a:off x="2318411" y="3568719"/>
              <a:ext cx="1037654" cy="493252"/>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de-DE" sz="900" noProof="0" dirty="0">
                  <a:solidFill>
                    <a:schemeClr val="tx2"/>
                  </a:solidFill>
                  <a:latin typeface="Space Grotesk"/>
                  <a:ea typeface="Space Grotesk"/>
                  <a:cs typeface="Space Grotesk"/>
                  <a:sym typeface="Space Grotesk"/>
                </a:rPr>
                <a:t>Hier steht eine Erklärung zur ‚</a:t>
              </a:r>
              <a:r>
                <a:rPr lang="de-DE" sz="900" noProof="0" dirty="0">
                  <a:solidFill>
                    <a:schemeClr val="accent4"/>
                  </a:solidFill>
                  <a:latin typeface="Space Grotesk"/>
                  <a:ea typeface="Space Grotesk"/>
                  <a:cs typeface="Space Grotesk"/>
                  <a:sym typeface="Space Grotesk"/>
                </a:rPr>
                <a:t>Erstzulassung</a:t>
              </a:r>
              <a:r>
                <a:rPr lang="de-DE" sz="900" noProof="0" dirty="0">
                  <a:solidFill>
                    <a:schemeClr val="tx2"/>
                  </a:solidFill>
                  <a:latin typeface="Space Grotesk"/>
                  <a:ea typeface="Space Grotesk"/>
                  <a:cs typeface="Space Grotesk"/>
                  <a:sym typeface="Space Grotesk"/>
                </a:rPr>
                <a:t>‘</a:t>
              </a:r>
            </a:p>
          </p:txBody>
        </p:sp>
        <p:sp>
          <p:nvSpPr>
            <p:cNvPr id="15" name="TextBox 14">
              <a:extLst>
                <a:ext uri="{FF2B5EF4-FFF2-40B4-BE49-F238E27FC236}">
                  <a16:creationId xmlns:a16="http://schemas.microsoft.com/office/drawing/2014/main" id="{2A83F560-385A-B735-A81D-10ACF4D374EF}"/>
                </a:ext>
              </a:extLst>
            </p:cNvPr>
            <p:cNvSpPr txBox="1"/>
            <p:nvPr/>
          </p:nvSpPr>
          <p:spPr>
            <a:xfrm>
              <a:off x="1418813" y="1389292"/>
              <a:ext cx="2089346" cy="276999"/>
            </a:xfrm>
            <a:prstGeom prst="rect">
              <a:avLst/>
            </a:prstGeom>
            <a:noFill/>
          </p:spPr>
          <p:txBody>
            <a:bodyPr wrap="square" rtlCol="0">
              <a:spAutoFit/>
            </a:bodyPr>
            <a:lstStyle/>
            <a:p>
              <a:pPr algn="ctr"/>
              <a:r>
                <a:rPr lang="de-DE" sz="1200" noProof="0" dirty="0">
                  <a:solidFill>
                    <a:schemeClr val="tx2"/>
                  </a:solidFill>
                  <a:latin typeface="Space Grotesk" panose="020B0604020202020204" charset="0"/>
                  <a:cs typeface="Space Grotesk" panose="020B0604020202020204" charset="0"/>
                </a:rPr>
                <a:t>Chat-Agent</a:t>
              </a:r>
            </a:p>
          </p:txBody>
        </p:sp>
        <p:sp>
          <p:nvSpPr>
            <p:cNvPr id="16" name="TextBox 15">
              <a:extLst>
                <a:ext uri="{FF2B5EF4-FFF2-40B4-BE49-F238E27FC236}">
                  <a16:creationId xmlns:a16="http://schemas.microsoft.com/office/drawing/2014/main" id="{74919574-972E-1D4F-8956-AE82DAE91EC4}"/>
                </a:ext>
              </a:extLst>
            </p:cNvPr>
            <p:cNvSpPr txBox="1"/>
            <p:nvPr/>
          </p:nvSpPr>
          <p:spPr>
            <a:xfrm>
              <a:off x="5168131" y="1389292"/>
              <a:ext cx="2089346" cy="276999"/>
            </a:xfrm>
            <a:prstGeom prst="rect">
              <a:avLst/>
            </a:prstGeom>
            <a:noFill/>
          </p:spPr>
          <p:txBody>
            <a:bodyPr wrap="square" rtlCol="0">
              <a:spAutoFit/>
            </a:bodyPr>
            <a:lstStyle/>
            <a:p>
              <a:pPr algn="ctr"/>
              <a:r>
                <a:rPr lang="de-DE" sz="1200" noProof="0" dirty="0">
                  <a:solidFill>
                    <a:schemeClr val="tx2"/>
                  </a:solidFill>
                  <a:latin typeface="Space Grotesk" panose="020B0604020202020204" charset="0"/>
                  <a:cs typeface="Space Grotesk" panose="020B0604020202020204" charset="0"/>
                </a:rPr>
                <a:t>Formular</a:t>
              </a:r>
            </a:p>
          </p:txBody>
        </p:sp>
        <p:pic>
          <p:nvPicPr>
            <p:cNvPr id="18" name="Graphic 17" descr="Robot with solid fill">
              <a:extLst>
                <a:ext uri="{FF2B5EF4-FFF2-40B4-BE49-F238E27FC236}">
                  <a16:creationId xmlns:a16="http://schemas.microsoft.com/office/drawing/2014/main" id="{68A1E149-8F0A-C26B-6DCA-D301731AE7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80945" y="2220551"/>
              <a:ext cx="914400" cy="914400"/>
            </a:xfrm>
            <a:prstGeom prst="rect">
              <a:avLst/>
            </a:prstGeom>
          </p:spPr>
        </p:pic>
        <p:cxnSp>
          <p:nvCxnSpPr>
            <p:cNvPr id="24" name="Straight Arrow Connector 23">
              <a:extLst>
                <a:ext uri="{FF2B5EF4-FFF2-40B4-BE49-F238E27FC236}">
                  <a16:creationId xmlns:a16="http://schemas.microsoft.com/office/drawing/2014/main" id="{75F69E7C-E901-F9B3-C74F-7911EB79AEE5}"/>
                </a:ext>
              </a:extLst>
            </p:cNvPr>
            <p:cNvCxnSpPr>
              <a:cxnSpLocks/>
              <a:stCxn id="4" idx="3"/>
            </p:cNvCxnSpPr>
            <p:nvPr/>
          </p:nvCxnSpPr>
          <p:spPr>
            <a:xfrm>
              <a:off x="2585611" y="2683895"/>
              <a:ext cx="1432727" cy="0"/>
            </a:xfrm>
            <a:prstGeom prst="straightConnector1">
              <a:avLst/>
            </a:prstGeom>
            <a:ln w="12700">
              <a:solidFill>
                <a:schemeClr val="tx2"/>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5D508D51-CCDB-91C5-E90E-F53895B73FEB}"/>
                </a:ext>
              </a:extLst>
            </p:cNvPr>
            <p:cNvCxnSpPr>
              <a:cxnSpLocks/>
              <a:stCxn id="13" idx="3"/>
            </p:cNvCxnSpPr>
            <p:nvPr/>
          </p:nvCxnSpPr>
          <p:spPr>
            <a:xfrm flipV="1">
              <a:off x="2585611" y="2870207"/>
              <a:ext cx="1508550" cy="379413"/>
            </a:xfrm>
            <a:prstGeom prst="bentConnector3">
              <a:avLst>
                <a:gd name="adj1" fmla="val 50000"/>
              </a:avLst>
            </a:prstGeom>
            <a:ln w="12700">
              <a:solidFill>
                <a:schemeClr val="tx2"/>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8A480F65-1BD9-9788-0317-F995D448E7B3}"/>
                </a:ext>
              </a:extLst>
            </p:cNvPr>
            <p:cNvCxnSpPr>
              <a:cxnSpLocks/>
              <a:endCxn id="14" idx="3"/>
            </p:cNvCxnSpPr>
            <p:nvPr/>
          </p:nvCxnSpPr>
          <p:spPr>
            <a:xfrm rot="10800000" flipV="1">
              <a:off x="3356066" y="3145903"/>
              <a:ext cx="984571" cy="669442"/>
            </a:xfrm>
            <a:prstGeom prst="bentConnector3">
              <a:avLst>
                <a:gd name="adj1" fmla="val -306"/>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52568BFB-82EA-9D4B-E692-1B7E3D8087D7}"/>
                </a:ext>
              </a:extLst>
            </p:cNvPr>
            <p:cNvCxnSpPr>
              <a:cxnSpLocks/>
              <a:endCxn id="5" idx="1"/>
            </p:cNvCxnSpPr>
            <p:nvPr/>
          </p:nvCxnSpPr>
          <p:spPr>
            <a:xfrm flipV="1">
              <a:off x="4616024" y="2139976"/>
              <a:ext cx="694380" cy="558368"/>
            </a:xfrm>
            <a:prstGeom prst="bentConnector3">
              <a:avLst>
                <a:gd name="adj1" fmla="val 50000"/>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79B3D963-6658-C0B7-A59B-CF367F1729EE}"/>
                </a:ext>
              </a:extLst>
            </p:cNvPr>
            <p:cNvCxnSpPr>
              <a:cxnSpLocks/>
              <a:endCxn id="11" idx="1"/>
            </p:cNvCxnSpPr>
            <p:nvPr/>
          </p:nvCxnSpPr>
          <p:spPr>
            <a:xfrm>
              <a:off x="4596974" y="2979344"/>
              <a:ext cx="713430" cy="298214"/>
            </a:xfrm>
            <a:prstGeom prst="bentConnector3">
              <a:avLst>
                <a:gd name="adj1" fmla="val 50000"/>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36" name="Connector: Elbow 835">
              <a:extLst>
                <a:ext uri="{FF2B5EF4-FFF2-40B4-BE49-F238E27FC236}">
                  <a16:creationId xmlns:a16="http://schemas.microsoft.com/office/drawing/2014/main" id="{242E6B6D-4F52-962C-94A7-1F7C3B558B20}"/>
                </a:ext>
              </a:extLst>
            </p:cNvPr>
            <p:cNvCxnSpPr>
              <a:cxnSpLocks/>
              <a:endCxn id="8" idx="3"/>
            </p:cNvCxnSpPr>
            <p:nvPr/>
          </p:nvCxnSpPr>
          <p:spPr>
            <a:xfrm rot="10800000">
              <a:off x="3356065" y="2116898"/>
              <a:ext cx="984570" cy="124131"/>
            </a:xfrm>
            <a:prstGeom prst="bentConnector3">
              <a:avLst>
                <a:gd name="adj1" fmla="val 124"/>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42" name="Google Shape;875;p89">
              <a:extLst>
                <a:ext uri="{FF2B5EF4-FFF2-40B4-BE49-F238E27FC236}">
                  <a16:creationId xmlns:a16="http://schemas.microsoft.com/office/drawing/2014/main" id="{EF728D8E-573E-A1F5-799D-3F89F53376FA}"/>
                </a:ext>
              </a:extLst>
            </p:cNvPr>
            <p:cNvSpPr/>
            <p:nvPr/>
          </p:nvSpPr>
          <p:spPr>
            <a:xfrm>
              <a:off x="5310404" y="3712355"/>
              <a:ext cx="1037654" cy="281000"/>
            </a:xfrm>
            <a:prstGeom prst="rect">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de-DE" sz="1000" noProof="0" dirty="0">
                  <a:solidFill>
                    <a:schemeClr val="tx2"/>
                  </a:solidFill>
                  <a:latin typeface="Space Grotesk"/>
                  <a:ea typeface="Space Grotesk"/>
                  <a:cs typeface="Space Grotesk"/>
                  <a:sym typeface="Space Grotesk"/>
                </a:rPr>
                <a:t>…</a:t>
              </a:r>
            </a:p>
          </p:txBody>
        </p:sp>
        <p:sp>
          <p:nvSpPr>
            <p:cNvPr id="843" name="Rectangle 842">
              <a:extLst>
                <a:ext uri="{FF2B5EF4-FFF2-40B4-BE49-F238E27FC236}">
                  <a16:creationId xmlns:a16="http://schemas.microsoft.com/office/drawing/2014/main" id="{73F8B7CB-6103-7733-B25B-640B6F1480DE}"/>
                </a:ext>
              </a:extLst>
            </p:cNvPr>
            <p:cNvSpPr/>
            <p:nvPr/>
          </p:nvSpPr>
          <p:spPr>
            <a:xfrm>
              <a:off x="5310404" y="3564838"/>
              <a:ext cx="1037654" cy="1475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800" noProof="0" dirty="0">
                  <a:solidFill>
                    <a:schemeClr val="tx2"/>
                  </a:solidFill>
                </a:rPr>
                <a:t>Erstzulassung</a:t>
              </a:r>
            </a:p>
          </p:txBody>
        </p:sp>
        <p:sp>
          <p:nvSpPr>
            <p:cNvPr id="844" name="TextBox 843">
              <a:extLst>
                <a:ext uri="{FF2B5EF4-FFF2-40B4-BE49-F238E27FC236}">
                  <a16:creationId xmlns:a16="http://schemas.microsoft.com/office/drawing/2014/main" id="{59A756D3-F950-1CBF-E748-7539A32E7F80}"/>
                </a:ext>
              </a:extLst>
            </p:cNvPr>
            <p:cNvSpPr txBox="1"/>
            <p:nvPr/>
          </p:nvSpPr>
          <p:spPr>
            <a:xfrm>
              <a:off x="3512809" y="1643483"/>
              <a:ext cx="1655319" cy="276999"/>
            </a:xfrm>
            <a:prstGeom prst="rect">
              <a:avLst/>
            </a:prstGeom>
            <a:noFill/>
          </p:spPr>
          <p:txBody>
            <a:bodyPr wrap="square" rtlCol="0">
              <a:spAutoFit/>
            </a:bodyPr>
            <a:lstStyle/>
            <a:p>
              <a:pPr algn="ctr"/>
              <a:r>
                <a:rPr lang="de-DE" sz="1200" noProof="0" dirty="0">
                  <a:solidFill>
                    <a:schemeClr val="tx2"/>
                  </a:solidFill>
                  <a:latin typeface="Space Grotesk" panose="020B0604020202020204" charset="0"/>
                  <a:cs typeface="Space Grotesk" panose="020B0604020202020204" charset="0"/>
                </a:rPr>
                <a:t>LLM</a:t>
              </a:r>
            </a:p>
          </p:txBody>
        </p:sp>
        <p:sp>
          <p:nvSpPr>
            <p:cNvPr id="849" name="TextBox 848">
              <a:extLst>
                <a:ext uri="{FF2B5EF4-FFF2-40B4-BE49-F238E27FC236}">
                  <a16:creationId xmlns:a16="http://schemas.microsoft.com/office/drawing/2014/main" id="{253E41A8-2B03-BA43-1482-59ECEBF5C56E}"/>
                </a:ext>
              </a:extLst>
            </p:cNvPr>
            <p:cNvSpPr txBox="1"/>
            <p:nvPr/>
          </p:nvSpPr>
          <p:spPr>
            <a:xfrm>
              <a:off x="504413" y="1936748"/>
              <a:ext cx="914400" cy="276999"/>
            </a:xfrm>
            <a:prstGeom prst="rect">
              <a:avLst/>
            </a:prstGeom>
            <a:noFill/>
          </p:spPr>
          <p:txBody>
            <a:bodyPr wrap="square" rtlCol="0">
              <a:spAutoFit/>
            </a:bodyPr>
            <a:lstStyle/>
            <a:p>
              <a:pPr algn="ctr"/>
              <a:r>
                <a:rPr lang="de-DE" sz="1200" noProof="0" dirty="0">
                  <a:solidFill>
                    <a:schemeClr val="tx2"/>
                  </a:solidFill>
                  <a:latin typeface="Space Grotesk" panose="020B0604020202020204" charset="0"/>
                  <a:cs typeface="Space Grotesk" panose="020B0604020202020204" charset="0"/>
                </a:rPr>
                <a:t>Nutzer</a:t>
              </a:r>
            </a:p>
          </p:txBody>
        </p:sp>
      </p:grpSp>
      <p:sp>
        <p:nvSpPr>
          <p:cNvPr id="851" name="TextBox 850">
            <a:extLst>
              <a:ext uri="{FF2B5EF4-FFF2-40B4-BE49-F238E27FC236}">
                <a16:creationId xmlns:a16="http://schemas.microsoft.com/office/drawing/2014/main" id="{069BF493-6FE2-D2CB-72C0-D046E768E27C}"/>
              </a:ext>
            </a:extLst>
          </p:cNvPr>
          <p:cNvSpPr txBox="1"/>
          <p:nvPr/>
        </p:nvSpPr>
        <p:spPr>
          <a:xfrm>
            <a:off x="7195876" y="4756150"/>
            <a:ext cx="1948124" cy="307777"/>
          </a:xfrm>
          <a:prstGeom prst="rect">
            <a:avLst/>
          </a:prstGeom>
          <a:noFill/>
        </p:spPr>
        <p:txBody>
          <a:bodyPr wrap="square" rtlCol="0">
            <a:spAutoFit/>
          </a:bodyPr>
          <a:lstStyle/>
          <a:p>
            <a:pPr algn="r"/>
            <a:r>
              <a:rPr lang="en-US" dirty="0">
                <a:solidFill>
                  <a:schemeClr val="tx2"/>
                </a:solidFill>
              </a:rPr>
              <a:t>[ Quelle </a:t>
            </a:r>
            <a:r>
              <a:rPr lang="de-DE" dirty="0">
                <a:solidFill>
                  <a:schemeClr val="tx2"/>
                </a:solidFill>
              </a:rPr>
              <a:t>]</a:t>
            </a:r>
          </a:p>
        </p:txBody>
      </p:sp>
      <p:sp>
        <p:nvSpPr>
          <p:cNvPr id="2" name="TextBox 1">
            <a:extLst>
              <a:ext uri="{FF2B5EF4-FFF2-40B4-BE49-F238E27FC236}">
                <a16:creationId xmlns:a16="http://schemas.microsoft.com/office/drawing/2014/main" id="{3B5B89C0-215D-BDE1-C168-A5E779166333}"/>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6" name="TextBox 5">
            <a:extLst>
              <a:ext uri="{FF2B5EF4-FFF2-40B4-BE49-F238E27FC236}">
                <a16:creationId xmlns:a16="http://schemas.microsoft.com/office/drawing/2014/main" id="{F774555B-C8EC-1051-5BAC-33E9E4573347}"/>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7</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86"/>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de-DE" sz="3800" noProof="0" dirty="0"/>
              <a:t>Energieeffizientere Alternativen</a:t>
            </a:r>
          </a:p>
        </p:txBody>
      </p:sp>
      <p:sp>
        <p:nvSpPr>
          <p:cNvPr id="823" name="Google Shape;823;p86"/>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824" name="Google Shape;824;p86"/>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825" name="Google Shape;825;p86"/>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826" name="Google Shape;826;p86"/>
          <p:cNvSpPr txBox="1"/>
          <p:nvPr/>
        </p:nvSpPr>
        <p:spPr>
          <a:xfrm>
            <a:off x="281379" y="1863250"/>
            <a:ext cx="3295729" cy="26148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Clr>
                <a:schemeClr val="lt2"/>
              </a:buClr>
              <a:buSzPts val="1600"/>
              <a:buFont typeface="Space Grotesk"/>
              <a:buChar char="●"/>
            </a:pPr>
            <a:r>
              <a:rPr lang="de-DE" sz="1600" noProof="0" dirty="0">
                <a:solidFill>
                  <a:schemeClr val="lt2"/>
                </a:solidFill>
                <a:latin typeface="Space Grotesk"/>
                <a:ea typeface="Space Grotesk"/>
                <a:cs typeface="Space Grotesk"/>
                <a:sym typeface="Space Grotesk"/>
              </a:rPr>
              <a:t>Regelbasierte Systeme</a:t>
            </a:r>
          </a:p>
          <a:p>
            <a:pPr marL="457200" lvl="0" indent="-330200" algn="l" rtl="0">
              <a:lnSpc>
                <a:spcPct val="150000"/>
              </a:lnSpc>
              <a:spcBef>
                <a:spcPts val="0"/>
              </a:spcBef>
              <a:spcAft>
                <a:spcPts val="0"/>
              </a:spcAft>
              <a:buClr>
                <a:schemeClr val="lt2"/>
              </a:buClr>
              <a:buSzPts val="1600"/>
              <a:buFont typeface="Space Grotesk"/>
              <a:buChar char="●"/>
            </a:pPr>
            <a:r>
              <a:rPr lang="de-DE" sz="1600" noProof="0" dirty="0">
                <a:solidFill>
                  <a:schemeClr val="lt2"/>
                </a:solidFill>
                <a:latin typeface="Space Grotesk"/>
                <a:ea typeface="Space Grotesk"/>
                <a:cs typeface="Space Grotesk"/>
                <a:sym typeface="Space Grotesk"/>
              </a:rPr>
              <a:t>Klassische NLP (Natural Language Processing)-Verfahren</a:t>
            </a:r>
          </a:p>
          <a:p>
            <a:pPr marL="457200" lvl="0" indent="-330200" algn="l" rtl="0">
              <a:lnSpc>
                <a:spcPct val="150000"/>
              </a:lnSpc>
              <a:spcBef>
                <a:spcPts val="0"/>
              </a:spcBef>
              <a:spcAft>
                <a:spcPts val="0"/>
              </a:spcAft>
              <a:buClr>
                <a:schemeClr val="lt2"/>
              </a:buClr>
              <a:buSzPts val="1600"/>
              <a:buFont typeface="Space Grotesk"/>
              <a:buChar char="●"/>
            </a:pPr>
            <a:r>
              <a:rPr lang="de-DE" sz="1600" noProof="0" dirty="0">
                <a:solidFill>
                  <a:schemeClr val="lt2"/>
                </a:solidFill>
                <a:latin typeface="Space Grotesk"/>
                <a:ea typeface="Space Grotesk"/>
                <a:cs typeface="Space Grotesk"/>
                <a:sym typeface="Space Grotesk"/>
              </a:rPr>
              <a:t>Workflow Automatisierung</a:t>
            </a:r>
          </a:p>
          <a:p>
            <a:pPr marL="0" lvl="0" indent="0" algn="l" rtl="0">
              <a:lnSpc>
                <a:spcPct val="150000"/>
              </a:lnSpc>
              <a:spcBef>
                <a:spcPts val="0"/>
              </a:spcBef>
              <a:spcAft>
                <a:spcPts val="0"/>
              </a:spcAft>
              <a:buNone/>
            </a:pPr>
            <a:endParaRPr lang="de-DE" sz="1600" noProof="0" dirty="0">
              <a:solidFill>
                <a:schemeClr val="lt2"/>
              </a:solidFill>
              <a:latin typeface="Space Grotesk"/>
              <a:ea typeface="Space Grotesk"/>
              <a:cs typeface="Space Grotesk"/>
              <a:sym typeface="Space Grotesk"/>
            </a:endParaRPr>
          </a:p>
        </p:txBody>
      </p:sp>
      <p:graphicFrame>
        <p:nvGraphicFramePr>
          <p:cNvPr id="827" name="Google Shape;827;p86"/>
          <p:cNvGraphicFramePr/>
          <p:nvPr>
            <p:extLst>
              <p:ext uri="{D42A27DB-BD31-4B8C-83A1-F6EECF244321}">
                <p14:modId xmlns:p14="http://schemas.microsoft.com/office/powerpoint/2010/main" val="4139185201"/>
              </p:ext>
            </p:extLst>
          </p:nvPr>
        </p:nvGraphicFramePr>
        <p:xfrm>
          <a:off x="3577108" y="1863250"/>
          <a:ext cx="5285511" cy="2058200"/>
        </p:xfrm>
        <a:graphic>
          <a:graphicData uri="http://schemas.openxmlformats.org/drawingml/2006/table">
            <a:tbl>
              <a:tblPr>
                <a:noFill/>
                <a:tableStyleId>{87676306-6D9F-43E6-B17A-93C0C526FA41}</a:tableStyleId>
              </a:tblPr>
              <a:tblGrid>
                <a:gridCol w="966156">
                  <a:extLst>
                    <a:ext uri="{9D8B030D-6E8A-4147-A177-3AD203B41FA5}">
                      <a16:colId xmlns:a16="http://schemas.microsoft.com/office/drawing/2014/main" val="20000"/>
                    </a:ext>
                  </a:extLst>
                </a:gridCol>
                <a:gridCol w="1238183">
                  <a:extLst>
                    <a:ext uri="{9D8B030D-6E8A-4147-A177-3AD203B41FA5}">
                      <a16:colId xmlns:a16="http://schemas.microsoft.com/office/drawing/2014/main" val="20001"/>
                    </a:ext>
                  </a:extLst>
                </a:gridCol>
                <a:gridCol w="928572">
                  <a:extLst>
                    <a:ext uri="{9D8B030D-6E8A-4147-A177-3AD203B41FA5}">
                      <a16:colId xmlns:a16="http://schemas.microsoft.com/office/drawing/2014/main" val="20002"/>
                    </a:ext>
                  </a:extLst>
                </a:gridCol>
                <a:gridCol w="949676">
                  <a:extLst>
                    <a:ext uri="{9D8B030D-6E8A-4147-A177-3AD203B41FA5}">
                      <a16:colId xmlns:a16="http://schemas.microsoft.com/office/drawing/2014/main" val="963605487"/>
                    </a:ext>
                  </a:extLst>
                </a:gridCol>
                <a:gridCol w="1202924">
                  <a:extLst>
                    <a:ext uri="{9D8B030D-6E8A-4147-A177-3AD203B41FA5}">
                      <a16:colId xmlns:a16="http://schemas.microsoft.com/office/drawing/2014/main" val="20003"/>
                    </a:ext>
                  </a:extLst>
                </a:gridCol>
              </a:tblGrid>
              <a:tr h="485159">
                <a:tc>
                  <a:txBody>
                    <a:bodyPr/>
                    <a:lstStyle/>
                    <a:p>
                      <a:pPr marL="0" lvl="0" indent="0" algn="ctr" rtl="0">
                        <a:spcBef>
                          <a:spcPts val="0"/>
                        </a:spcBef>
                        <a:spcAft>
                          <a:spcPts val="0"/>
                        </a:spcAft>
                        <a:buNone/>
                      </a:pPr>
                      <a:r>
                        <a:rPr lang="de-DE" sz="1000" b="1" noProof="0" dirty="0">
                          <a:solidFill>
                            <a:srgbClr val="FFFFFF"/>
                          </a:solidFill>
                        </a:rPr>
                        <a:t>Methoden</a:t>
                      </a:r>
                    </a:p>
                  </a:txBody>
                  <a:tcPr marL="91425" marR="91425" marT="91425" marB="91425" anchor="ctr">
                    <a:solidFill>
                      <a:schemeClr val="bg2">
                        <a:lumMod val="50000"/>
                      </a:schemeClr>
                    </a:solidFill>
                  </a:tcPr>
                </a:tc>
                <a:tc>
                  <a:txBody>
                    <a:bodyPr/>
                    <a:lstStyle/>
                    <a:p>
                      <a:pPr marL="0" lvl="0" indent="0" algn="ctr" rtl="0">
                        <a:spcBef>
                          <a:spcPts val="0"/>
                        </a:spcBef>
                        <a:spcAft>
                          <a:spcPts val="0"/>
                        </a:spcAft>
                        <a:buNone/>
                      </a:pPr>
                      <a:r>
                        <a:rPr lang="de-DE" sz="1000" b="1" noProof="0" dirty="0">
                          <a:solidFill>
                            <a:srgbClr val="FFFFFF"/>
                          </a:solidFill>
                        </a:rPr>
                        <a:t>Stromverbrauch (Wattstunden)</a:t>
                      </a:r>
                    </a:p>
                  </a:txBody>
                  <a:tcPr marL="91425" marR="91425" marT="91425" marB="91425" anchor="ctr">
                    <a:solidFill>
                      <a:schemeClr val="bg2">
                        <a:lumMod val="50000"/>
                      </a:schemeClr>
                    </a:solidFill>
                  </a:tcPr>
                </a:tc>
                <a:tc>
                  <a:txBody>
                    <a:bodyPr/>
                    <a:lstStyle/>
                    <a:p>
                      <a:pPr marL="0" lvl="0" indent="0" algn="ctr" rtl="0">
                        <a:spcBef>
                          <a:spcPts val="0"/>
                        </a:spcBef>
                        <a:spcAft>
                          <a:spcPts val="0"/>
                        </a:spcAft>
                        <a:buNone/>
                      </a:pPr>
                      <a:r>
                        <a:rPr lang="de-DE" sz="1000" b="1" noProof="0" dirty="0">
                          <a:solidFill>
                            <a:srgbClr val="FFFFFF"/>
                          </a:solidFill>
                        </a:rPr>
                        <a:t>Faktor </a:t>
                      </a:r>
                      <a:r>
                        <a:rPr lang="de-DE" sz="1000" b="1" noProof="0" dirty="0" err="1">
                          <a:solidFill>
                            <a:srgbClr val="FFFFFF"/>
                          </a:solidFill>
                        </a:rPr>
                        <a:t>ggü</a:t>
                      </a:r>
                      <a:r>
                        <a:rPr lang="de-DE" sz="1000" b="1" noProof="0" dirty="0">
                          <a:solidFill>
                            <a:srgbClr val="FFFFFF"/>
                          </a:solidFill>
                        </a:rPr>
                        <a:t>. GPT-4</a:t>
                      </a:r>
                    </a:p>
                  </a:txBody>
                  <a:tcPr marL="91425" marR="91425" marT="91425" marB="91425" anchor="ctr">
                    <a:solidFill>
                      <a:schemeClr val="bg2">
                        <a:lumMod val="50000"/>
                      </a:schemeClr>
                    </a:solidFill>
                  </a:tcPr>
                </a:tc>
                <a:tc>
                  <a:txBody>
                    <a:bodyPr/>
                    <a:lstStyle/>
                    <a:p>
                      <a:pPr marL="0" lvl="0" indent="0" algn="ctr" rtl="0">
                        <a:spcBef>
                          <a:spcPts val="0"/>
                        </a:spcBef>
                        <a:spcAft>
                          <a:spcPts val="0"/>
                        </a:spcAft>
                        <a:buNone/>
                      </a:pPr>
                      <a:r>
                        <a:rPr lang="de-DE" sz="1000" b="1" noProof="0" dirty="0">
                          <a:solidFill>
                            <a:srgbClr val="FFFFFF"/>
                          </a:solidFill>
                        </a:rPr>
                        <a:t>Faktor </a:t>
                      </a:r>
                      <a:r>
                        <a:rPr lang="de-DE" sz="1000" b="1" noProof="0" dirty="0" err="1">
                          <a:solidFill>
                            <a:srgbClr val="FFFFFF"/>
                          </a:solidFill>
                        </a:rPr>
                        <a:t>ggü</a:t>
                      </a:r>
                      <a:r>
                        <a:rPr lang="de-DE" sz="1000" b="1" noProof="0" dirty="0">
                          <a:solidFill>
                            <a:srgbClr val="FFFFFF"/>
                          </a:solidFill>
                        </a:rPr>
                        <a:t>. Llama 3 8B</a:t>
                      </a:r>
                    </a:p>
                  </a:txBody>
                  <a:tcPr marL="91425" marR="91425" marT="91425" marB="91425" anchor="ctr">
                    <a:solidFill>
                      <a:schemeClr val="bg2">
                        <a:lumMod val="50000"/>
                      </a:schemeClr>
                    </a:solidFill>
                  </a:tcPr>
                </a:tc>
                <a:tc>
                  <a:txBody>
                    <a:bodyPr/>
                    <a:lstStyle/>
                    <a:p>
                      <a:pPr marL="0" lvl="0" indent="0" algn="ctr" rtl="0">
                        <a:spcBef>
                          <a:spcPts val="0"/>
                        </a:spcBef>
                        <a:spcAft>
                          <a:spcPts val="0"/>
                        </a:spcAft>
                        <a:buNone/>
                      </a:pPr>
                      <a:r>
                        <a:rPr lang="de-DE" sz="1000" b="1" noProof="0" dirty="0">
                          <a:solidFill>
                            <a:srgbClr val="FFFFFF"/>
                          </a:solidFill>
                        </a:rPr>
                        <a:t>Laptop-Laufzeit </a:t>
                      </a:r>
                      <a:br>
                        <a:rPr lang="de-DE" sz="1000" b="1" noProof="0" dirty="0">
                          <a:solidFill>
                            <a:srgbClr val="FFFFFF"/>
                          </a:solidFill>
                        </a:rPr>
                      </a:br>
                      <a:r>
                        <a:rPr lang="de-DE" sz="1000" b="1" noProof="0" dirty="0">
                          <a:solidFill>
                            <a:srgbClr val="FFFFFF"/>
                          </a:solidFill>
                        </a:rPr>
                        <a:t>(30 Watt)</a:t>
                      </a:r>
                    </a:p>
                  </a:txBody>
                  <a:tcPr marL="91425" marR="91425" marT="91425" marB="91425" anchor="ctr">
                    <a:solidFill>
                      <a:schemeClr val="bg2">
                        <a:lumMod val="50000"/>
                      </a:schemeClr>
                    </a:solidFill>
                  </a:tcPr>
                </a:tc>
                <a:extLst>
                  <a:ext uri="{0D108BD9-81ED-4DB2-BD59-A6C34878D82A}">
                    <a16:rowId xmlns:a16="http://schemas.microsoft.com/office/drawing/2014/main" val="10000"/>
                  </a:ext>
                </a:extLst>
              </a:tr>
              <a:tr h="368075">
                <a:tc>
                  <a:txBody>
                    <a:bodyPr/>
                    <a:lstStyle/>
                    <a:p>
                      <a:pPr marL="0" lvl="0" indent="0" algn="l" rtl="0">
                        <a:spcBef>
                          <a:spcPts val="0"/>
                        </a:spcBef>
                        <a:spcAft>
                          <a:spcPts val="0"/>
                        </a:spcAft>
                        <a:buNone/>
                      </a:pPr>
                      <a:r>
                        <a:rPr lang="de-DE" sz="1000" b="1" noProof="0" dirty="0">
                          <a:solidFill>
                            <a:srgbClr val="FFFFFF"/>
                          </a:solidFill>
                        </a:rPr>
                        <a:t>LLM (GPT-4)</a:t>
                      </a:r>
                    </a:p>
                  </a:txBody>
                  <a:tcPr marL="91425" marR="91425" marT="91425" marB="91425">
                    <a:solidFill>
                      <a:schemeClr val="bg2">
                        <a:lumMod val="50000"/>
                      </a:schemeClr>
                    </a:solidFill>
                  </a:tcPr>
                </a:tc>
                <a:tc>
                  <a:txBody>
                    <a:bodyPr/>
                    <a:lstStyle/>
                    <a:p>
                      <a:pPr marL="0" lvl="0" indent="0" algn="r" rtl="0">
                        <a:spcBef>
                          <a:spcPts val="0"/>
                        </a:spcBef>
                        <a:spcAft>
                          <a:spcPts val="0"/>
                        </a:spcAft>
                        <a:buNone/>
                      </a:pPr>
                      <a:r>
                        <a:rPr lang="de-DE" sz="1000" noProof="0" dirty="0">
                          <a:solidFill>
                            <a:srgbClr val="FFFFFF"/>
                          </a:solidFill>
                        </a:rPr>
                        <a:t>36.4 Wh</a:t>
                      </a:r>
                    </a:p>
                  </a:txBody>
                  <a:tcPr marL="91425" marR="91425" marT="91425" marB="91425"/>
                </a:tc>
                <a:tc>
                  <a:txBody>
                    <a:bodyPr/>
                    <a:lstStyle/>
                    <a:p>
                      <a:pPr marL="0" lvl="0" indent="0" algn="r" rtl="0">
                        <a:spcBef>
                          <a:spcPts val="0"/>
                        </a:spcBef>
                        <a:spcAft>
                          <a:spcPts val="0"/>
                        </a:spcAft>
                        <a:buNone/>
                      </a:pPr>
                      <a:r>
                        <a:rPr lang="de-DE" sz="1000" noProof="0" dirty="0">
                          <a:solidFill>
                            <a:srgbClr val="FFFFFF"/>
                          </a:solidFill>
                        </a:rPr>
                        <a:t>1 x</a:t>
                      </a:r>
                    </a:p>
                  </a:txBody>
                  <a:tcPr marL="91425" marR="91425" marT="91425" marB="91425"/>
                </a:tc>
                <a:tc>
                  <a:txBody>
                    <a:bodyPr/>
                    <a:lstStyle/>
                    <a:p>
                      <a:pPr marL="0" lvl="0" indent="0" algn="r" rtl="0">
                        <a:spcBef>
                          <a:spcPts val="0"/>
                        </a:spcBef>
                        <a:spcAft>
                          <a:spcPts val="0"/>
                        </a:spcAft>
                        <a:buNone/>
                      </a:pPr>
                      <a:r>
                        <a:rPr lang="de-DE" sz="1000" noProof="0" dirty="0">
                          <a:solidFill>
                            <a:srgbClr val="FFFFFF"/>
                          </a:solidFill>
                        </a:rPr>
                        <a:t>16.5 x</a:t>
                      </a:r>
                    </a:p>
                  </a:txBody>
                  <a:tcPr marL="91425" marR="91425" marT="91425" marB="91425"/>
                </a:tc>
                <a:tc>
                  <a:txBody>
                    <a:bodyPr/>
                    <a:lstStyle/>
                    <a:p>
                      <a:pPr marL="0" lvl="0" indent="0" algn="l" rtl="0">
                        <a:spcBef>
                          <a:spcPts val="0"/>
                        </a:spcBef>
                        <a:spcAft>
                          <a:spcPts val="0"/>
                        </a:spcAft>
                        <a:buNone/>
                      </a:pPr>
                      <a:r>
                        <a:rPr lang="de-DE" sz="1000" noProof="0" dirty="0">
                          <a:solidFill>
                            <a:srgbClr val="FFFFFF"/>
                          </a:solidFill>
                        </a:rPr>
                        <a:t>1.21 Stunden</a:t>
                      </a:r>
                    </a:p>
                  </a:txBody>
                  <a:tcPr marL="91425" marR="91425" marT="91425" marB="91425"/>
                </a:tc>
                <a:extLst>
                  <a:ext uri="{0D108BD9-81ED-4DB2-BD59-A6C34878D82A}">
                    <a16:rowId xmlns:a16="http://schemas.microsoft.com/office/drawing/2014/main" val="10001"/>
                  </a:ext>
                </a:extLst>
              </a:tr>
              <a:tr h="368075">
                <a:tc>
                  <a:txBody>
                    <a:bodyPr/>
                    <a:lstStyle/>
                    <a:p>
                      <a:pPr marL="0" lvl="0" indent="0" algn="l" rtl="0">
                        <a:spcBef>
                          <a:spcPts val="0"/>
                        </a:spcBef>
                        <a:spcAft>
                          <a:spcPts val="0"/>
                        </a:spcAft>
                        <a:buNone/>
                      </a:pPr>
                      <a:r>
                        <a:rPr lang="de-DE" sz="1000" b="1" noProof="0" dirty="0">
                          <a:solidFill>
                            <a:srgbClr val="FFFFFF"/>
                          </a:solidFill>
                        </a:rPr>
                        <a:t>LLM </a:t>
                      </a:r>
                      <a:br>
                        <a:rPr lang="de-DE" sz="1000" b="1" noProof="0" dirty="0">
                          <a:solidFill>
                            <a:srgbClr val="FFFFFF"/>
                          </a:solidFill>
                        </a:rPr>
                      </a:br>
                      <a:r>
                        <a:rPr lang="de-DE" sz="1000" b="1" noProof="0" dirty="0">
                          <a:solidFill>
                            <a:srgbClr val="FFFFFF"/>
                          </a:solidFill>
                        </a:rPr>
                        <a:t>(Llama 3 8B)</a:t>
                      </a:r>
                    </a:p>
                  </a:txBody>
                  <a:tcPr marL="91425" marR="91425" marT="91425" marB="91425">
                    <a:solidFill>
                      <a:schemeClr val="bg2">
                        <a:lumMod val="50000"/>
                      </a:schemeClr>
                    </a:solidFill>
                  </a:tcPr>
                </a:tc>
                <a:tc>
                  <a:txBody>
                    <a:bodyPr/>
                    <a:lstStyle/>
                    <a:p>
                      <a:pPr marL="0" lvl="0" indent="0" algn="r" rtl="0">
                        <a:spcBef>
                          <a:spcPts val="0"/>
                        </a:spcBef>
                        <a:spcAft>
                          <a:spcPts val="0"/>
                        </a:spcAft>
                        <a:buNone/>
                      </a:pPr>
                      <a:r>
                        <a:rPr lang="de-DE" sz="1000" noProof="0" dirty="0">
                          <a:solidFill>
                            <a:srgbClr val="FFFFFF"/>
                          </a:solidFill>
                        </a:rPr>
                        <a:t>2.2 Wh</a:t>
                      </a:r>
                    </a:p>
                  </a:txBody>
                  <a:tcPr marL="91425" marR="91425" marT="91425" marB="91425"/>
                </a:tc>
                <a:tc>
                  <a:txBody>
                    <a:bodyPr/>
                    <a:lstStyle/>
                    <a:p>
                      <a:pPr marL="0" lvl="0" indent="0" algn="r" rtl="0">
                        <a:spcBef>
                          <a:spcPts val="0"/>
                        </a:spcBef>
                        <a:spcAft>
                          <a:spcPts val="0"/>
                        </a:spcAft>
                        <a:buNone/>
                      </a:pPr>
                      <a:r>
                        <a:rPr lang="de-DE" sz="1000" noProof="0" dirty="0">
                          <a:solidFill>
                            <a:srgbClr val="FFFFFF"/>
                          </a:solidFill>
                        </a:rPr>
                        <a:t>0.06 x</a:t>
                      </a:r>
                    </a:p>
                  </a:txBody>
                  <a:tcPr marL="91425" marR="91425" marT="91425" marB="91425"/>
                </a:tc>
                <a:tc>
                  <a:txBody>
                    <a:bodyPr/>
                    <a:lstStyle/>
                    <a:p>
                      <a:pPr marL="0" lvl="0" indent="0" algn="r" rtl="0">
                        <a:spcBef>
                          <a:spcPts val="0"/>
                        </a:spcBef>
                        <a:spcAft>
                          <a:spcPts val="0"/>
                        </a:spcAft>
                        <a:buNone/>
                      </a:pPr>
                      <a:r>
                        <a:rPr lang="de-DE" sz="1000" noProof="0" dirty="0">
                          <a:solidFill>
                            <a:srgbClr val="FFFFFF"/>
                          </a:solidFill>
                        </a:rPr>
                        <a:t>1 x</a:t>
                      </a:r>
                    </a:p>
                  </a:txBody>
                  <a:tcPr marL="91425" marR="91425" marT="91425" marB="91425"/>
                </a:tc>
                <a:tc>
                  <a:txBody>
                    <a:bodyPr/>
                    <a:lstStyle/>
                    <a:p>
                      <a:pPr marL="0" lvl="0" indent="0" algn="l" rtl="0">
                        <a:spcBef>
                          <a:spcPts val="0"/>
                        </a:spcBef>
                        <a:spcAft>
                          <a:spcPts val="0"/>
                        </a:spcAft>
                        <a:buNone/>
                      </a:pPr>
                      <a:r>
                        <a:rPr lang="de-DE" sz="1000" noProof="0" dirty="0">
                          <a:solidFill>
                            <a:srgbClr val="FFFFFF"/>
                          </a:solidFill>
                        </a:rPr>
                        <a:t>4.4 Minuten</a:t>
                      </a:r>
                    </a:p>
                  </a:txBody>
                  <a:tcPr marL="91425" marR="91425" marT="91425" marB="91425"/>
                </a:tc>
                <a:extLst>
                  <a:ext uri="{0D108BD9-81ED-4DB2-BD59-A6C34878D82A}">
                    <a16:rowId xmlns:a16="http://schemas.microsoft.com/office/drawing/2014/main" val="2946677209"/>
                  </a:ext>
                </a:extLst>
              </a:tr>
              <a:tr h="360975">
                <a:tc>
                  <a:txBody>
                    <a:bodyPr/>
                    <a:lstStyle/>
                    <a:p>
                      <a:pPr marL="0" lvl="0" indent="0" algn="l" rtl="0">
                        <a:spcBef>
                          <a:spcPts val="0"/>
                        </a:spcBef>
                        <a:spcAft>
                          <a:spcPts val="0"/>
                        </a:spcAft>
                        <a:buNone/>
                      </a:pPr>
                      <a:r>
                        <a:rPr lang="de-DE" sz="1000" b="1" noProof="0" dirty="0">
                          <a:solidFill>
                            <a:srgbClr val="FFFFFF"/>
                          </a:solidFill>
                        </a:rPr>
                        <a:t>NLP</a:t>
                      </a:r>
                    </a:p>
                  </a:txBody>
                  <a:tcPr marL="91425" marR="91425" marT="91425" marB="91425">
                    <a:solidFill>
                      <a:schemeClr val="bg2">
                        <a:lumMod val="50000"/>
                      </a:schemeClr>
                    </a:solidFill>
                  </a:tcPr>
                </a:tc>
                <a:tc>
                  <a:txBody>
                    <a:bodyPr/>
                    <a:lstStyle/>
                    <a:p>
                      <a:pPr marL="0" lvl="0" indent="0" algn="r" rtl="0">
                        <a:spcBef>
                          <a:spcPts val="0"/>
                        </a:spcBef>
                        <a:spcAft>
                          <a:spcPts val="0"/>
                        </a:spcAft>
                        <a:buNone/>
                      </a:pPr>
                      <a:r>
                        <a:rPr lang="de-DE" sz="1000" noProof="0" dirty="0">
                          <a:solidFill>
                            <a:srgbClr val="FFFFFF"/>
                          </a:solidFill>
                        </a:rPr>
                        <a:t>1.2 </a:t>
                      </a:r>
                      <a:r>
                        <a:rPr lang="de-DE" sz="1000" noProof="0" dirty="0" err="1">
                          <a:solidFill>
                            <a:srgbClr val="FFFFFF"/>
                          </a:solidFill>
                        </a:rPr>
                        <a:t>mWh</a:t>
                      </a:r>
                      <a:endParaRPr lang="de-DE" sz="1000" noProof="0" dirty="0">
                        <a:solidFill>
                          <a:srgbClr val="FFFFFF"/>
                        </a:solidFill>
                      </a:endParaRPr>
                    </a:p>
                  </a:txBody>
                  <a:tcPr marL="91425" marR="91425" marT="91425" marB="91425"/>
                </a:tc>
                <a:tc>
                  <a:txBody>
                    <a:bodyPr/>
                    <a:lstStyle/>
                    <a:p>
                      <a:pPr marL="0" lvl="0" indent="0" algn="r" rtl="0">
                        <a:spcBef>
                          <a:spcPts val="0"/>
                        </a:spcBef>
                        <a:spcAft>
                          <a:spcPts val="0"/>
                        </a:spcAft>
                        <a:buNone/>
                      </a:pPr>
                      <a:r>
                        <a:rPr lang="de-DE" sz="1000" noProof="0" dirty="0">
                          <a:solidFill>
                            <a:srgbClr val="FFFFFF"/>
                          </a:solidFill>
                        </a:rPr>
                        <a:t>31 200 x</a:t>
                      </a:r>
                    </a:p>
                  </a:txBody>
                  <a:tcPr marL="91425" marR="91425" marT="91425" marB="91425"/>
                </a:tc>
                <a:tc>
                  <a:txBody>
                    <a:bodyPr/>
                    <a:lstStyle/>
                    <a:p>
                      <a:pPr marL="0" lvl="0" indent="0" algn="r" rtl="0">
                        <a:spcBef>
                          <a:spcPts val="0"/>
                        </a:spcBef>
                        <a:spcAft>
                          <a:spcPts val="0"/>
                        </a:spcAft>
                        <a:buNone/>
                      </a:pPr>
                      <a:r>
                        <a:rPr lang="de-DE" sz="1000" noProof="0" dirty="0">
                          <a:solidFill>
                            <a:srgbClr val="FFFFFF"/>
                          </a:solidFill>
                        </a:rPr>
                        <a:t>1886 x</a:t>
                      </a:r>
                    </a:p>
                  </a:txBody>
                  <a:tcPr marL="91425" marR="91425" marT="91425" marB="91425"/>
                </a:tc>
                <a:tc>
                  <a:txBody>
                    <a:bodyPr/>
                    <a:lstStyle/>
                    <a:p>
                      <a:pPr marL="0" lvl="0" indent="0" algn="l" rtl="0">
                        <a:spcBef>
                          <a:spcPts val="0"/>
                        </a:spcBef>
                        <a:spcAft>
                          <a:spcPts val="0"/>
                        </a:spcAft>
                        <a:buNone/>
                      </a:pPr>
                      <a:r>
                        <a:rPr lang="de-DE" sz="1000" noProof="0" dirty="0">
                          <a:solidFill>
                            <a:srgbClr val="FFFFFF"/>
                          </a:solidFill>
                        </a:rPr>
                        <a:t>0.1 Sekunden</a:t>
                      </a:r>
                    </a:p>
                  </a:txBody>
                  <a:tcPr marL="91425" marR="91425" marT="91425" marB="91425"/>
                </a:tc>
                <a:extLst>
                  <a:ext uri="{0D108BD9-81ED-4DB2-BD59-A6C34878D82A}">
                    <a16:rowId xmlns:a16="http://schemas.microsoft.com/office/drawing/2014/main" val="10002"/>
                  </a:ext>
                </a:extLst>
              </a:tr>
              <a:tr h="353850">
                <a:tc>
                  <a:txBody>
                    <a:bodyPr/>
                    <a:lstStyle/>
                    <a:p>
                      <a:pPr marL="0" lvl="0" indent="0" algn="l" rtl="0">
                        <a:spcBef>
                          <a:spcPts val="0"/>
                        </a:spcBef>
                        <a:spcAft>
                          <a:spcPts val="0"/>
                        </a:spcAft>
                        <a:buNone/>
                      </a:pPr>
                      <a:r>
                        <a:rPr lang="de-DE" sz="1000" b="1" noProof="0" dirty="0">
                          <a:solidFill>
                            <a:srgbClr val="FFFFFF"/>
                          </a:solidFill>
                        </a:rPr>
                        <a:t>Regelbasiert</a:t>
                      </a:r>
                    </a:p>
                  </a:txBody>
                  <a:tcPr marL="91425" marR="91425" marT="91425" marB="91425">
                    <a:solidFill>
                      <a:schemeClr val="bg2">
                        <a:lumMod val="50000"/>
                      </a:schemeClr>
                    </a:solidFill>
                  </a:tcPr>
                </a:tc>
                <a:tc>
                  <a:txBody>
                    <a:bodyPr/>
                    <a:lstStyle/>
                    <a:p>
                      <a:pPr marL="0" lvl="0" indent="0" algn="r" rtl="0">
                        <a:spcBef>
                          <a:spcPts val="0"/>
                        </a:spcBef>
                        <a:spcAft>
                          <a:spcPts val="0"/>
                        </a:spcAft>
                        <a:buNone/>
                      </a:pPr>
                      <a:r>
                        <a:rPr lang="de-DE" sz="1000" noProof="0" dirty="0">
                          <a:solidFill>
                            <a:srgbClr val="FFFFFF"/>
                          </a:solidFill>
                        </a:rPr>
                        <a:t>0.21 </a:t>
                      </a:r>
                      <a:r>
                        <a:rPr lang="de-DE" sz="1000" noProof="0" dirty="0" err="1">
                          <a:solidFill>
                            <a:srgbClr val="FFFFFF"/>
                          </a:solidFill>
                        </a:rPr>
                        <a:t>mWh</a:t>
                      </a:r>
                      <a:endParaRPr lang="de-DE" sz="1000" noProof="0" dirty="0">
                        <a:solidFill>
                          <a:srgbClr val="FFFFFF"/>
                        </a:solidFill>
                      </a:endParaRPr>
                    </a:p>
                  </a:txBody>
                  <a:tcPr marL="91425" marR="91425" marT="91425" marB="91425"/>
                </a:tc>
                <a:tc>
                  <a:txBody>
                    <a:bodyPr/>
                    <a:lstStyle/>
                    <a:p>
                      <a:pPr marL="0" lvl="0" indent="0" algn="r" rtl="0">
                        <a:spcBef>
                          <a:spcPts val="0"/>
                        </a:spcBef>
                        <a:spcAft>
                          <a:spcPts val="0"/>
                        </a:spcAft>
                        <a:buNone/>
                      </a:pPr>
                      <a:r>
                        <a:rPr lang="de-DE" sz="1000" noProof="0" dirty="0">
                          <a:solidFill>
                            <a:srgbClr val="FFFFFF"/>
                          </a:solidFill>
                        </a:rPr>
                        <a:t>174 720 x</a:t>
                      </a:r>
                    </a:p>
                  </a:txBody>
                  <a:tcPr marL="91425" marR="91425" marT="91425" marB="91425"/>
                </a:tc>
                <a:tc>
                  <a:txBody>
                    <a:bodyPr/>
                    <a:lstStyle/>
                    <a:p>
                      <a:pPr marL="0" lvl="0" indent="0" algn="r" rtl="0">
                        <a:spcBef>
                          <a:spcPts val="0"/>
                        </a:spcBef>
                        <a:spcAft>
                          <a:spcPts val="0"/>
                        </a:spcAft>
                        <a:buNone/>
                      </a:pPr>
                      <a:r>
                        <a:rPr lang="de-DE" sz="1000" noProof="0" dirty="0">
                          <a:solidFill>
                            <a:srgbClr val="FFFFFF"/>
                          </a:solidFill>
                        </a:rPr>
                        <a:t>10560 x</a:t>
                      </a:r>
                    </a:p>
                  </a:txBody>
                  <a:tcPr marL="91425" marR="91425" marT="91425" marB="91425"/>
                </a:tc>
                <a:tc>
                  <a:txBody>
                    <a:bodyPr/>
                    <a:lstStyle/>
                    <a:p>
                      <a:pPr marL="0" lvl="0" indent="0" algn="l" rtl="0">
                        <a:spcBef>
                          <a:spcPts val="0"/>
                        </a:spcBef>
                        <a:spcAft>
                          <a:spcPts val="0"/>
                        </a:spcAft>
                        <a:buNone/>
                      </a:pPr>
                      <a:r>
                        <a:rPr lang="de-DE" sz="1000" noProof="0" dirty="0">
                          <a:solidFill>
                            <a:srgbClr val="FFFFFF"/>
                          </a:solidFill>
                        </a:rPr>
                        <a:t>&lt; 0.1 Sekunden</a:t>
                      </a:r>
                    </a:p>
                  </a:txBody>
                  <a:tcPr marL="91425" marR="91425" marT="91425" marB="91425"/>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18F3FCB3-F002-8E64-231E-BFF3D63E44BE}"/>
              </a:ext>
            </a:extLst>
          </p:cNvPr>
          <p:cNvSpPr txBox="1"/>
          <p:nvPr/>
        </p:nvSpPr>
        <p:spPr>
          <a:xfrm>
            <a:off x="7195876" y="4756150"/>
            <a:ext cx="1948124" cy="307777"/>
          </a:xfrm>
          <a:prstGeom prst="rect">
            <a:avLst/>
          </a:prstGeom>
          <a:noFill/>
        </p:spPr>
        <p:txBody>
          <a:bodyPr wrap="square" rtlCol="0">
            <a:spAutoFit/>
          </a:bodyPr>
          <a:lstStyle/>
          <a:p>
            <a:pPr algn="r"/>
            <a:r>
              <a:rPr lang="de-DE" noProof="0" dirty="0">
                <a:solidFill>
                  <a:schemeClr val="tx2"/>
                </a:solidFill>
              </a:rPr>
              <a:t>[ Quelle ]</a:t>
            </a:r>
          </a:p>
        </p:txBody>
      </p:sp>
      <p:sp>
        <p:nvSpPr>
          <p:cNvPr id="3" name="TextBox 2">
            <a:extLst>
              <a:ext uri="{FF2B5EF4-FFF2-40B4-BE49-F238E27FC236}">
                <a16:creationId xmlns:a16="http://schemas.microsoft.com/office/drawing/2014/main" id="{BAF1298B-019C-1C29-8D5E-89754B3AA5CE}"/>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4" name="TextBox 3">
            <a:extLst>
              <a:ext uri="{FF2B5EF4-FFF2-40B4-BE49-F238E27FC236}">
                <a16:creationId xmlns:a16="http://schemas.microsoft.com/office/drawing/2014/main" id="{61E50816-30E7-FCE5-B28E-24005DFC4F01}"/>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8</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90"/>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600" dirty="0"/>
              <a:t>Fallstudie: KI-Formularassistent</a:t>
            </a:r>
            <a:endParaRPr sz="3600" dirty="0"/>
          </a:p>
        </p:txBody>
      </p:sp>
      <p:sp>
        <p:nvSpPr>
          <p:cNvPr id="882" name="Google Shape;882;p90"/>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83" name="Google Shape;883;p90"/>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84" name="Google Shape;884;p90"/>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885" name="Google Shape;885;p90"/>
          <p:cNvSpPr/>
          <p:nvPr/>
        </p:nvSpPr>
        <p:spPr>
          <a:xfrm>
            <a:off x="699975" y="1470400"/>
            <a:ext cx="1495800" cy="3981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Notwendigkeit</a:t>
            </a:r>
            <a:endParaRPr sz="1037" b="1">
              <a:latin typeface="Space Grotesk"/>
              <a:ea typeface="Space Grotesk"/>
              <a:cs typeface="Space Grotesk"/>
              <a:sym typeface="Space Grotesk"/>
            </a:endParaRPr>
          </a:p>
        </p:txBody>
      </p:sp>
      <p:sp>
        <p:nvSpPr>
          <p:cNvPr id="886" name="Google Shape;886;p90"/>
          <p:cNvSpPr/>
          <p:nvPr/>
        </p:nvSpPr>
        <p:spPr>
          <a:xfrm>
            <a:off x="699975" y="1922025"/>
            <a:ext cx="1495800" cy="398100"/>
          </a:xfrm>
          <a:prstGeom prst="rect">
            <a:avLst/>
          </a:prstGeom>
          <a:solidFill>
            <a:schemeClr val="accen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Effizienz</a:t>
            </a:r>
            <a:endParaRPr sz="1037" b="1">
              <a:latin typeface="Space Grotesk"/>
              <a:ea typeface="Space Grotesk"/>
              <a:cs typeface="Space Grotesk"/>
              <a:sym typeface="Space Grotesk"/>
            </a:endParaRPr>
          </a:p>
        </p:txBody>
      </p:sp>
      <p:sp>
        <p:nvSpPr>
          <p:cNvPr id="887" name="Google Shape;887;p90"/>
          <p:cNvSpPr/>
          <p:nvPr/>
        </p:nvSpPr>
        <p:spPr>
          <a:xfrm>
            <a:off x="699975" y="2373650"/>
            <a:ext cx="1495800" cy="3981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Transparenz</a:t>
            </a:r>
            <a:endParaRPr sz="1037" b="1">
              <a:latin typeface="Space Grotesk"/>
              <a:ea typeface="Space Grotesk"/>
              <a:cs typeface="Space Grotesk"/>
              <a:sym typeface="Space Grotesk"/>
            </a:endParaRPr>
          </a:p>
        </p:txBody>
      </p:sp>
      <p:sp>
        <p:nvSpPr>
          <p:cNvPr id="888" name="Google Shape;888;p90"/>
          <p:cNvSpPr/>
          <p:nvPr/>
        </p:nvSpPr>
        <p:spPr>
          <a:xfrm>
            <a:off x="699975" y="2825275"/>
            <a:ext cx="1495800" cy="398100"/>
          </a:xfrm>
          <a:prstGeom prst="rect">
            <a:avLst/>
          </a:prstGeom>
          <a:solidFill>
            <a:schemeClr val="accen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Nachhaltigkeit</a:t>
            </a:r>
            <a:endParaRPr sz="1037" b="1">
              <a:latin typeface="Space Grotesk"/>
              <a:ea typeface="Space Grotesk"/>
              <a:cs typeface="Space Grotesk"/>
              <a:sym typeface="Space Grotesk"/>
            </a:endParaRPr>
          </a:p>
        </p:txBody>
      </p:sp>
      <p:sp>
        <p:nvSpPr>
          <p:cNvPr id="889" name="Google Shape;889;p90"/>
          <p:cNvSpPr/>
          <p:nvPr/>
        </p:nvSpPr>
        <p:spPr>
          <a:xfrm>
            <a:off x="699975" y="3276900"/>
            <a:ext cx="1495800" cy="3981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Verhältnismäßigkeit</a:t>
            </a:r>
            <a:endParaRPr sz="1037" b="1">
              <a:latin typeface="Space Grotesk"/>
              <a:ea typeface="Space Grotesk"/>
              <a:cs typeface="Space Grotesk"/>
              <a:sym typeface="Space Grotesk"/>
            </a:endParaRPr>
          </a:p>
        </p:txBody>
      </p:sp>
      <p:sp>
        <p:nvSpPr>
          <p:cNvPr id="890" name="Google Shape;890;p90"/>
          <p:cNvSpPr/>
          <p:nvPr/>
        </p:nvSpPr>
        <p:spPr>
          <a:xfrm>
            <a:off x="699975" y="3728525"/>
            <a:ext cx="1495800" cy="398100"/>
          </a:xfrm>
          <a:prstGeom prst="rect">
            <a:avLst/>
          </a:prstGeom>
          <a:solidFill>
            <a:schemeClr val="accen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Abhängigkeiten</a:t>
            </a:r>
            <a:endParaRPr sz="1037" b="1">
              <a:latin typeface="Space Grotesk"/>
              <a:ea typeface="Space Grotesk"/>
              <a:cs typeface="Space Grotesk"/>
              <a:sym typeface="Space Grotesk"/>
            </a:endParaRPr>
          </a:p>
        </p:txBody>
      </p:sp>
      <p:sp>
        <p:nvSpPr>
          <p:cNvPr id="891" name="Google Shape;891;p90"/>
          <p:cNvSpPr/>
          <p:nvPr/>
        </p:nvSpPr>
        <p:spPr>
          <a:xfrm>
            <a:off x="699975" y="4180150"/>
            <a:ext cx="1495800" cy="398100"/>
          </a:xfrm>
          <a:prstGeom prst="rect">
            <a:avLst/>
          </a:prstGeom>
          <a:solidFill>
            <a:schemeClr val="lt2"/>
          </a:solidFill>
          <a:ln>
            <a:noFill/>
          </a:ln>
        </p:spPr>
        <p:txBody>
          <a:bodyPr spcFirstLastPara="1" wrap="square" lIns="106925" tIns="106925" rIns="106925" bIns="106925" anchor="ctr" anchorCtr="0">
            <a:noAutofit/>
          </a:bodyPr>
          <a:lstStyle/>
          <a:p>
            <a:pPr marL="0" lvl="0" indent="0" algn="ctr" rtl="0">
              <a:spcBef>
                <a:spcPts val="0"/>
              </a:spcBef>
              <a:spcAft>
                <a:spcPts val="0"/>
              </a:spcAft>
              <a:buNone/>
            </a:pPr>
            <a:r>
              <a:rPr lang="en" sz="1037" b="1">
                <a:solidFill>
                  <a:schemeClr val="dk1"/>
                </a:solidFill>
                <a:latin typeface="Space Grotesk"/>
                <a:ea typeface="Space Grotesk"/>
                <a:cs typeface="Space Grotesk"/>
                <a:sym typeface="Space Grotesk"/>
              </a:rPr>
              <a:t>Werteorientierung</a:t>
            </a:r>
            <a:endParaRPr sz="1037" b="1">
              <a:latin typeface="Space Grotesk"/>
              <a:ea typeface="Space Grotesk"/>
              <a:cs typeface="Space Grotesk"/>
              <a:sym typeface="Space Grotesk"/>
            </a:endParaRPr>
          </a:p>
        </p:txBody>
      </p:sp>
      <p:sp>
        <p:nvSpPr>
          <p:cNvPr id="892" name="Google Shape;892;p90"/>
          <p:cNvSpPr txBox="1"/>
          <p:nvPr/>
        </p:nvSpPr>
        <p:spPr>
          <a:xfrm>
            <a:off x="2340525" y="146947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lt2"/>
                </a:solidFill>
                <a:latin typeface="Space Grotesk"/>
                <a:ea typeface="Space Grotesk"/>
                <a:cs typeface="Space Grotesk"/>
                <a:sym typeface="Space Grotesk"/>
              </a:rPr>
              <a:t>Kein wirklicher Mehrwert. Einfache, regelbasierte Lösung wäre ausreichend.</a:t>
            </a:r>
            <a:endParaRPr sz="900" dirty="0">
              <a:solidFill>
                <a:schemeClr val="lt2"/>
              </a:solidFill>
              <a:latin typeface="Space Grotesk"/>
              <a:ea typeface="Space Grotesk"/>
              <a:cs typeface="Space Grotesk"/>
              <a:sym typeface="Space Grotesk"/>
            </a:endParaRPr>
          </a:p>
        </p:txBody>
      </p:sp>
      <p:sp>
        <p:nvSpPr>
          <p:cNvPr id="893" name="Google Shape;893;p90"/>
          <p:cNvSpPr txBox="1"/>
          <p:nvPr/>
        </p:nvSpPr>
        <p:spPr>
          <a:xfrm>
            <a:off x="2340525" y="192202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2"/>
                </a:solidFill>
                <a:latin typeface="Space Grotesk"/>
                <a:ea typeface="Space Grotesk"/>
                <a:cs typeface="Space Grotesk"/>
                <a:sym typeface="Space Grotesk"/>
              </a:rPr>
              <a:t>Hoher Ressourcenverbrauch. Alternativer Ansatz wäre deutlich energiesparender.</a:t>
            </a:r>
            <a:endParaRPr sz="900">
              <a:solidFill>
                <a:schemeClr val="lt2"/>
              </a:solidFill>
              <a:latin typeface="Space Grotesk"/>
              <a:ea typeface="Space Grotesk"/>
              <a:cs typeface="Space Grotesk"/>
              <a:sym typeface="Space Grotesk"/>
            </a:endParaRPr>
          </a:p>
        </p:txBody>
      </p:sp>
      <p:sp>
        <p:nvSpPr>
          <p:cNvPr id="894" name="Google Shape;894;p90"/>
          <p:cNvSpPr txBox="1"/>
          <p:nvPr/>
        </p:nvSpPr>
        <p:spPr>
          <a:xfrm>
            <a:off x="2340525" y="237457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2"/>
                </a:solidFill>
                <a:latin typeface="Space Grotesk"/>
                <a:ea typeface="Space Grotesk"/>
                <a:cs typeface="Space Grotesk"/>
                <a:sym typeface="Space Grotesk"/>
              </a:rPr>
              <a:t>Geringe Nachvollziehbarkeit und erschwerte Validierung. Ungeeignet für klar definierte Prozesse.</a:t>
            </a:r>
            <a:endParaRPr sz="900">
              <a:solidFill>
                <a:schemeClr val="lt2"/>
              </a:solidFill>
              <a:latin typeface="Space Grotesk"/>
              <a:ea typeface="Space Grotesk"/>
              <a:cs typeface="Space Grotesk"/>
              <a:sym typeface="Space Grotesk"/>
            </a:endParaRPr>
          </a:p>
        </p:txBody>
      </p:sp>
      <p:sp>
        <p:nvSpPr>
          <p:cNvPr id="895" name="Google Shape;895;p90"/>
          <p:cNvSpPr txBox="1"/>
          <p:nvPr/>
        </p:nvSpPr>
        <p:spPr>
          <a:xfrm>
            <a:off x="2340525" y="282712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2"/>
                </a:solidFill>
                <a:latin typeface="Space Grotesk"/>
                <a:ea typeface="Space Grotesk"/>
                <a:cs typeface="Space Grotesk"/>
                <a:sym typeface="Space Grotesk"/>
              </a:rPr>
              <a:t>Ökologisch und sozial problematisch. Hoher Energiebedarf und Abhängigkeit vom Anbieter.</a:t>
            </a:r>
            <a:endParaRPr sz="900">
              <a:solidFill>
                <a:schemeClr val="lt2"/>
              </a:solidFill>
              <a:latin typeface="Space Grotesk"/>
              <a:ea typeface="Space Grotesk"/>
              <a:cs typeface="Space Grotesk"/>
              <a:sym typeface="Space Grotesk"/>
            </a:endParaRPr>
          </a:p>
        </p:txBody>
      </p:sp>
      <p:sp>
        <p:nvSpPr>
          <p:cNvPr id="896" name="Google Shape;896;p90"/>
          <p:cNvSpPr txBox="1"/>
          <p:nvPr/>
        </p:nvSpPr>
        <p:spPr>
          <a:xfrm>
            <a:off x="2340525" y="327967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2"/>
                </a:solidFill>
                <a:latin typeface="Space Grotesk"/>
                <a:ea typeface="Space Grotesk"/>
                <a:cs typeface="Space Grotesk"/>
                <a:sym typeface="Space Grotesk"/>
              </a:rPr>
              <a:t>Nutzen steht nicht im Verhältnis zu Ressourcenaufwand. Sprich Overengineering.</a:t>
            </a:r>
            <a:endParaRPr sz="900">
              <a:solidFill>
                <a:schemeClr val="lt2"/>
              </a:solidFill>
              <a:latin typeface="Space Grotesk"/>
              <a:ea typeface="Space Grotesk"/>
              <a:cs typeface="Space Grotesk"/>
              <a:sym typeface="Space Grotesk"/>
            </a:endParaRPr>
          </a:p>
        </p:txBody>
      </p:sp>
      <p:sp>
        <p:nvSpPr>
          <p:cNvPr id="897" name="Google Shape;897;p90"/>
          <p:cNvSpPr txBox="1"/>
          <p:nvPr/>
        </p:nvSpPr>
        <p:spPr>
          <a:xfrm>
            <a:off x="2340525" y="373222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2"/>
                </a:solidFill>
                <a:latin typeface="Space Grotesk"/>
                <a:ea typeface="Space Grotesk"/>
                <a:cs typeface="Space Grotesk"/>
                <a:sym typeface="Space Grotesk"/>
              </a:rPr>
              <a:t>Starke Bindung an externe Dienste und Know-how-Verlust im Unternehmen.</a:t>
            </a:r>
            <a:endParaRPr sz="900">
              <a:solidFill>
                <a:schemeClr val="lt2"/>
              </a:solidFill>
              <a:latin typeface="Space Grotesk"/>
              <a:ea typeface="Space Grotesk"/>
              <a:cs typeface="Space Grotesk"/>
              <a:sym typeface="Space Grotesk"/>
            </a:endParaRPr>
          </a:p>
        </p:txBody>
      </p:sp>
      <p:sp>
        <p:nvSpPr>
          <p:cNvPr id="898" name="Google Shape;898;p90"/>
          <p:cNvSpPr txBox="1"/>
          <p:nvPr/>
        </p:nvSpPr>
        <p:spPr>
          <a:xfrm>
            <a:off x="2340525" y="4184775"/>
            <a:ext cx="6060600" cy="3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lt2"/>
                </a:solidFill>
                <a:latin typeface="Space Grotesk"/>
                <a:ea typeface="Space Grotesk"/>
                <a:cs typeface="Space Grotesk"/>
                <a:sym typeface="Space Grotesk"/>
              </a:rPr>
              <a:t>Teilweise positiv (Barrierefreiheit), aber Konflikt mit Nachhaltigkeit und Transparenz.</a:t>
            </a:r>
            <a:endParaRPr sz="900">
              <a:solidFill>
                <a:schemeClr val="lt2"/>
              </a:solidFill>
              <a:latin typeface="Space Grotesk"/>
              <a:ea typeface="Space Grotesk"/>
              <a:cs typeface="Space Grotesk"/>
              <a:sym typeface="Space Grotesk"/>
            </a:endParaRPr>
          </a:p>
        </p:txBody>
      </p:sp>
      <p:sp>
        <p:nvSpPr>
          <p:cNvPr id="2" name="TextBox 1">
            <a:extLst>
              <a:ext uri="{FF2B5EF4-FFF2-40B4-BE49-F238E27FC236}">
                <a16:creationId xmlns:a16="http://schemas.microsoft.com/office/drawing/2014/main" id="{7A699312-CC7C-9574-672E-8718E3F65406}"/>
              </a:ext>
            </a:extLst>
          </p:cNvPr>
          <p:cNvSpPr txBox="1"/>
          <p:nvPr/>
        </p:nvSpPr>
        <p:spPr>
          <a:xfrm>
            <a:off x="7195876" y="4756150"/>
            <a:ext cx="1948124" cy="307777"/>
          </a:xfrm>
          <a:prstGeom prst="rect">
            <a:avLst/>
          </a:prstGeom>
          <a:noFill/>
        </p:spPr>
        <p:txBody>
          <a:bodyPr wrap="square" rtlCol="0">
            <a:spAutoFit/>
          </a:bodyPr>
          <a:lstStyle/>
          <a:p>
            <a:pPr algn="r"/>
            <a:r>
              <a:rPr lang="en-US" dirty="0">
                <a:solidFill>
                  <a:schemeClr val="tx2"/>
                </a:solidFill>
              </a:rPr>
              <a:t>[ Quelle </a:t>
            </a:r>
            <a:r>
              <a:rPr lang="de-DE" dirty="0">
                <a:solidFill>
                  <a:schemeClr val="tx2"/>
                </a:solidFill>
              </a:rPr>
              <a:t>]</a:t>
            </a:r>
          </a:p>
        </p:txBody>
      </p:sp>
      <p:sp>
        <p:nvSpPr>
          <p:cNvPr id="3" name="TextBox 2">
            <a:extLst>
              <a:ext uri="{FF2B5EF4-FFF2-40B4-BE49-F238E27FC236}">
                <a16:creationId xmlns:a16="http://schemas.microsoft.com/office/drawing/2014/main" id="{466B38AD-4C65-503B-9D4C-86BF80834756}"/>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4" name="TextBox 3">
            <a:extLst>
              <a:ext uri="{FF2B5EF4-FFF2-40B4-BE49-F238E27FC236}">
                <a16:creationId xmlns:a16="http://schemas.microsoft.com/office/drawing/2014/main" id="{60DCA8C6-ED3B-B5ED-2F24-200F0D593822}"/>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9</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mph" presetSubtype="0" grpId="0" nodeType="clickEffect">
                                  <p:stCondLst>
                                    <p:cond delay="0"/>
                                  </p:stCondLst>
                                  <p:childTnLst>
                                    <p:set>
                                      <p:cBhvr>
                                        <p:cTn id="10" dur="indefinite"/>
                                        <p:tgtEl>
                                          <p:spTgt spid="892"/>
                                        </p:tgtEl>
                                        <p:attrNameLst>
                                          <p:attrName>style.opacity</p:attrName>
                                        </p:attrNameLst>
                                      </p:cBhvr>
                                      <p:to>
                                        <p:strVal val="0.5"/>
                                      </p:to>
                                    </p:set>
                                    <p:animEffect filter="image" prLst="opacity: 0.5">
                                      <p:cBhvr rctx="IE">
                                        <p:cTn id="11" dur="indefinite"/>
                                        <p:tgtEl>
                                          <p:spTgt spid="892"/>
                                        </p:tgtEl>
                                      </p:cBhvr>
                                    </p:animEffect>
                                  </p:childTnLst>
                                </p:cTn>
                              </p:par>
                            </p:childTnLst>
                          </p:cTn>
                        </p:par>
                        <p:par>
                          <p:cTn id="12" fill="hold">
                            <p:stCondLst>
                              <p:cond delay="0"/>
                            </p:stCondLst>
                            <p:childTnLst>
                              <p:par>
                                <p:cTn id="13" presetID="1" presetClass="entr" presetSubtype="0" fill="hold" nodeType="afterEffect">
                                  <p:stCondLst>
                                    <p:cond delay="0"/>
                                  </p:stCondLst>
                                  <p:childTnLst>
                                    <p:set>
                                      <p:cBhvr>
                                        <p:cTn id="14" dur="1" fill="hold">
                                          <p:stCondLst>
                                            <p:cond delay="0"/>
                                          </p:stCondLst>
                                        </p:cTn>
                                        <p:tgtEl>
                                          <p:spTgt spid="8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mph" presetSubtype="0" grpId="0" nodeType="clickEffect">
                                  <p:stCondLst>
                                    <p:cond delay="0"/>
                                  </p:stCondLst>
                                  <p:childTnLst>
                                    <p:set>
                                      <p:cBhvr>
                                        <p:cTn id="18" dur="indefinite"/>
                                        <p:tgtEl>
                                          <p:spTgt spid="893"/>
                                        </p:tgtEl>
                                        <p:attrNameLst>
                                          <p:attrName>style.opacity</p:attrName>
                                        </p:attrNameLst>
                                      </p:cBhvr>
                                      <p:to>
                                        <p:strVal val="0.5"/>
                                      </p:to>
                                    </p:set>
                                    <p:animEffect filter="image" prLst="opacity: 0.5">
                                      <p:cBhvr rctx="IE">
                                        <p:cTn id="19" dur="indefinite"/>
                                        <p:tgtEl>
                                          <p:spTgt spid="893"/>
                                        </p:tgtEl>
                                      </p:cBhvr>
                                    </p:animEffec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8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9" presetClass="emph" presetSubtype="0" grpId="0" nodeType="clickEffect">
                                  <p:stCondLst>
                                    <p:cond delay="0"/>
                                  </p:stCondLst>
                                  <p:childTnLst>
                                    <p:set>
                                      <p:cBhvr>
                                        <p:cTn id="26" dur="indefinite"/>
                                        <p:tgtEl>
                                          <p:spTgt spid="894"/>
                                        </p:tgtEl>
                                        <p:attrNameLst>
                                          <p:attrName>style.opacity</p:attrName>
                                        </p:attrNameLst>
                                      </p:cBhvr>
                                      <p:to>
                                        <p:strVal val="0.5"/>
                                      </p:to>
                                    </p:set>
                                    <p:animEffect filter="image" prLst="opacity: 0.5">
                                      <p:cBhvr rctx="IE">
                                        <p:cTn id="27" dur="indefinite"/>
                                        <p:tgtEl>
                                          <p:spTgt spid="894"/>
                                        </p:tgtEl>
                                      </p:cBhvr>
                                    </p:animEffec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8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9" presetClass="emph" presetSubtype="0" grpId="0" nodeType="clickEffect">
                                  <p:stCondLst>
                                    <p:cond delay="0"/>
                                  </p:stCondLst>
                                  <p:childTnLst>
                                    <p:set>
                                      <p:cBhvr>
                                        <p:cTn id="34" dur="indefinite"/>
                                        <p:tgtEl>
                                          <p:spTgt spid="895"/>
                                        </p:tgtEl>
                                        <p:attrNameLst>
                                          <p:attrName>style.opacity</p:attrName>
                                        </p:attrNameLst>
                                      </p:cBhvr>
                                      <p:to>
                                        <p:strVal val="0.5"/>
                                      </p:to>
                                    </p:set>
                                    <p:animEffect filter="image" prLst="opacity: 0.5">
                                      <p:cBhvr rctx="IE">
                                        <p:cTn id="35" dur="indefinite"/>
                                        <p:tgtEl>
                                          <p:spTgt spid="895"/>
                                        </p:tgtEl>
                                      </p:cBhvr>
                                    </p:animEffec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89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9" presetClass="emph" presetSubtype="0" grpId="0" nodeType="clickEffect">
                                  <p:stCondLst>
                                    <p:cond delay="0"/>
                                  </p:stCondLst>
                                  <p:childTnLst>
                                    <p:set>
                                      <p:cBhvr>
                                        <p:cTn id="42" dur="indefinite"/>
                                        <p:tgtEl>
                                          <p:spTgt spid="896"/>
                                        </p:tgtEl>
                                        <p:attrNameLst>
                                          <p:attrName>style.opacity</p:attrName>
                                        </p:attrNameLst>
                                      </p:cBhvr>
                                      <p:to>
                                        <p:strVal val="0.5"/>
                                      </p:to>
                                    </p:set>
                                    <p:animEffect filter="image" prLst="opacity: 0.5">
                                      <p:cBhvr rctx="IE">
                                        <p:cTn id="43" dur="indefinite"/>
                                        <p:tgtEl>
                                          <p:spTgt spid="896"/>
                                        </p:tgtEl>
                                      </p:cBhvr>
                                    </p:animEffect>
                                  </p:childTnLst>
                                </p:cTn>
                              </p:par>
                            </p:childTnLst>
                          </p:cTn>
                        </p:par>
                        <p:par>
                          <p:cTn id="44" fill="hold">
                            <p:stCondLst>
                              <p:cond delay="0"/>
                            </p:stCondLst>
                            <p:childTnLst>
                              <p:par>
                                <p:cTn id="45" presetID="1" presetClass="entr" presetSubtype="0" fill="hold" nodeType="afterEffect">
                                  <p:stCondLst>
                                    <p:cond delay="0"/>
                                  </p:stCondLst>
                                  <p:childTnLst>
                                    <p:set>
                                      <p:cBhvr>
                                        <p:cTn id="46" dur="1" fill="hold">
                                          <p:stCondLst>
                                            <p:cond delay="0"/>
                                          </p:stCondLst>
                                        </p:cTn>
                                        <p:tgtEl>
                                          <p:spTgt spid="89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9" presetClass="emph" presetSubtype="0" grpId="0" nodeType="clickEffect">
                                  <p:stCondLst>
                                    <p:cond delay="0"/>
                                  </p:stCondLst>
                                  <p:childTnLst>
                                    <p:set>
                                      <p:cBhvr>
                                        <p:cTn id="50" dur="indefinite"/>
                                        <p:tgtEl>
                                          <p:spTgt spid="897"/>
                                        </p:tgtEl>
                                        <p:attrNameLst>
                                          <p:attrName>style.opacity</p:attrName>
                                        </p:attrNameLst>
                                      </p:cBhvr>
                                      <p:to>
                                        <p:strVal val="0.5"/>
                                      </p:to>
                                    </p:set>
                                    <p:animEffect filter="image" prLst="opacity: 0.5">
                                      <p:cBhvr rctx="IE">
                                        <p:cTn id="51" dur="indefinite"/>
                                        <p:tgtEl>
                                          <p:spTgt spid="897"/>
                                        </p:tgtEl>
                                      </p:cBhvr>
                                    </p:animEffec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8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 grpId="0"/>
      <p:bldP spid="893" grpId="0"/>
      <p:bldP spid="894" grpId="0"/>
      <p:bldP spid="895" grpId="0"/>
      <p:bldP spid="896" grpId="0"/>
      <p:bldP spid="89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85">
          <a:extLst>
            <a:ext uri="{FF2B5EF4-FFF2-40B4-BE49-F238E27FC236}">
              <a16:creationId xmlns:a16="http://schemas.microsoft.com/office/drawing/2014/main" id="{530A624C-BD12-1947-AEA0-6819C0402A89}"/>
            </a:ext>
          </a:extLst>
        </p:cNvPr>
        <p:cNvGrpSpPr/>
        <p:nvPr/>
      </p:nvGrpSpPr>
      <p:grpSpPr>
        <a:xfrm>
          <a:off x="0" y="0"/>
          <a:ext cx="0" cy="0"/>
          <a:chOff x="0" y="0"/>
          <a:chExt cx="0" cy="0"/>
        </a:xfrm>
      </p:grpSpPr>
      <p:sp>
        <p:nvSpPr>
          <p:cNvPr id="786" name="Google Shape;786;p82">
            <a:extLst>
              <a:ext uri="{FF2B5EF4-FFF2-40B4-BE49-F238E27FC236}">
                <a16:creationId xmlns:a16="http://schemas.microsoft.com/office/drawing/2014/main" id="{D324401C-7724-618A-0D79-5E4ECD852DED}"/>
              </a:ext>
            </a:extLst>
          </p:cNvPr>
          <p:cNvSpPr/>
          <p:nvPr/>
        </p:nvSpPr>
        <p:spPr>
          <a:xfrm>
            <a:off x="4216650" y="4205800"/>
            <a:ext cx="319800" cy="3303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787" name="Google Shape;787;p82">
            <a:extLst>
              <a:ext uri="{FF2B5EF4-FFF2-40B4-BE49-F238E27FC236}">
                <a16:creationId xmlns:a16="http://schemas.microsoft.com/office/drawing/2014/main" id="{49C5814E-9CCF-B688-325F-229142CB805E}"/>
              </a:ext>
            </a:extLst>
          </p:cNvPr>
          <p:cNvSpPr/>
          <p:nvPr/>
        </p:nvSpPr>
        <p:spPr>
          <a:xfrm>
            <a:off x="6813200" y="376200"/>
            <a:ext cx="887400" cy="1526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788" name="Google Shape;788;p82">
            <a:extLst>
              <a:ext uri="{FF2B5EF4-FFF2-40B4-BE49-F238E27FC236}">
                <a16:creationId xmlns:a16="http://schemas.microsoft.com/office/drawing/2014/main" id="{DD6B454B-7A6C-B8EC-10C2-3A0C3278E193}"/>
              </a:ext>
            </a:extLst>
          </p:cNvPr>
          <p:cNvSpPr txBox="1">
            <a:spLocks noGrp="1"/>
          </p:cNvSpPr>
          <p:nvPr>
            <p:ph type="title"/>
          </p:nvPr>
        </p:nvSpPr>
        <p:spPr>
          <a:xfrm>
            <a:off x="716825" y="1562574"/>
            <a:ext cx="7775700" cy="2973425"/>
          </a:xfrm>
          <a:prstGeom prst="rect">
            <a:avLst/>
          </a:prstGeom>
        </p:spPr>
        <p:txBody>
          <a:bodyPr spcFirstLastPara="1" wrap="square" lIns="0" tIns="0" rIns="0" bIns="0" anchor="ctr" anchorCtr="0">
            <a:noAutofit/>
          </a:bodyPr>
          <a:lstStyle/>
          <a:p>
            <a:pPr marL="0" lvl="0" indent="0" rtl="0">
              <a:spcBef>
                <a:spcPts val="0"/>
              </a:spcBef>
              <a:spcAft>
                <a:spcPts val="0"/>
              </a:spcAft>
              <a:buClr>
                <a:schemeClr val="dk1"/>
              </a:buClr>
              <a:buSzPts val="1100"/>
              <a:buFont typeface="Arial"/>
              <a:buNone/>
            </a:pPr>
            <a:r>
              <a:rPr lang="de-DE" sz="3400" noProof="0" dirty="0">
                <a:highlight>
                  <a:schemeClr val="lt2"/>
                </a:highlight>
              </a:rPr>
              <a:t>Der Einsatz von KI im Formularassistenten ist nur eingeschränkt vertretbar. </a:t>
            </a:r>
            <a:r>
              <a:rPr lang="de-DE" sz="3400" noProof="0" dirty="0">
                <a:highlight>
                  <a:srgbClr val="FFFF00"/>
                </a:highlight>
              </a:rPr>
              <a:t>Hoher Energieverbrauch</a:t>
            </a:r>
            <a:r>
              <a:rPr lang="de-DE" sz="3400" noProof="0" dirty="0">
                <a:highlight>
                  <a:schemeClr val="lt2"/>
                </a:highlight>
              </a:rPr>
              <a:t> + </a:t>
            </a:r>
            <a:r>
              <a:rPr lang="de-DE" sz="3400" noProof="0" dirty="0">
                <a:highlight>
                  <a:srgbClr val="00FF00"/>
                </a:highlight>
              </a:rPr>
              <a:t>geringe Transparenz </a:t>
            </a:r>
            <a:r>
              <a:rPr lang="de-DE" sz="3400" noProof="0" dirty="0">
                <a:highlight>
                  <a:schemeClr val="lt2"/>
                </a:highlight>
              </a:rPr>
              <a:t>stehen nicht im Verhältnis zum Nutzen.</a:t>
            </a:r>
          </a:p>
        </p:txBody>
      </p:sp>
      <p:sp>
        <p:nvSpPr>
          <p:cNvPr id="3" name="TextBox 2">
            <a:extLst>
              <a:ext uri="{FF2B5EF4-FFF2-40B4-BE49-F238E27FC236}">
                <a16:creationId xmlns:a16="http://schemas.microsoft.com/office/drawing/2014/main" id="{CDEAF421-7A51-06A5-65D4-AC45F714E6CF}"/>
              </a:ext>
            </a:extLst>
          </p:cNvPr>
          <p:cNvSpPr txBox="1"/>
          <p:nvPr/>
        </p:nvSpPr>
        <p:spPr>
          <a:xfrm>
            <a:off x="7195876" y="4756150"/>
            <a:ext cx="1948124" cy="307777"/>
          </a:xfrm>
          <a:prstGeom prst="rect">
            <a:avLst/>
          </a:prstGeom>
          <a:noFill/>
        </p:spPr>
        <p:txBody>
          <a:bodyPr wrap="square" rtlCol="0">
            <a:spAutoFit/>
          </a:bodyPr>
          <a:lstStyle/>
          <a:p>
            <a:pPr algn="r"/>
            <a:r>
              <a:rPr lang="en-US" dirty="0">
                <a:solidFill>
                  <a:schemeClr val="tx2"/>
                </a:solidFill>
              </a:rPr>
              <a:t>[ Quelle </a:t>
            </a:r>
            <a:r>
              <a:rPr lang="de-DE" dirty="0">
                <a:solidFill>
                  <a:schemeClr val="tx2"/>
                </a:solidFill>
              </a:rPr>
              <a:t>]</a:t>
            </a:r>
          </a:p>
        </p:txBody>
      </p:sp>
      <p:sp>
        <p:nvSpPr>
          <p:cNvPr id="2" name="TextBox 1">
            <a:extLst>
              <a:ext uri="{FF2B5EF4-FFF2-40B4-BE49-F238E27FC236}">
                <a16:creationId xmlns:a16="http://schemas.microsoft.com/office/drawing/2014/main" id="{F230118E-0EAA-FD9F-C46A-2994C0767F89}"/>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4" name="Google Shape;903;p91">
            <a:extLst>
              <a:ext uri="{FF2B5EF4-FFF2-40B4-BE49-F238E27FC236}">
                <a16:creationId xmlns:a16="http://schemas.microsoft.com/office/drawing/2014/main" id="{CD6EB5B5-59FA-4D91-0336-7E3D493BEB92}"/>
              </a:ext>
            </a:extLst>
          </p:cNvPr>
          <p:cNvSpPr txBox="1">
            <a:spLocks/>
          </p:cNvSpPr>
          <p:nvPr/>
        </p:nvSpPr>
        <p:spPr>
          <a:xfrm>
            <a:off x="699975" y="734275"/>
            <a:ext cx="7342500" cy="8283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lt2"/>
              </a:buClr>
              <a:buSzPts val="2800"/>
              <a:buFont typeface="Space Grotesk Medium"/>
              <a:buNone/>
              <a:defRPr sz="7700" b="0" i="0" u="none" strike="noStrike" cap="none">
                <a:solidFill>
                  <a:schemeClr val="lt2"/>
                </a:solidFill>
                <a:latin typeface="Space Grotesk"/>
                <a:ea typeface="Space Grotesk"/>
                <a:cs typeface="Space Grotesk"/>
                <a:sym typeface="Space Grotesk"/>
              </a:defRPr>
            </a:lvl1pPr>
            <a:lvl2pPr marR="0" lvl="1" algn="l" rtl="0">
              <a:lnSpc>
                <a:spcPct val="115000"/>
              </a:lnSpc>
              <a:spcBef>
                <a:spcPts val="0"/>
              </a:spcBef>
              <a:spcAft>
                <a:spcPts val="0"/>
              </a:spcAft>
              <a:buClr>
                <a:schemeClr val="lt2"/>
              </a:buClr>
              <a:buSzPts val="2800"/>
              <a:buFont typeface="Space Grotesk Medium"/>
              <a:buNone/>
              <a:defRPr sz="3900" b="0" i="0" u="none" strike="noStrike" cap="none">
                <a:solidFill>
                  <a:schemeClr val="lt2"/>
                </a:solidFill>
                <a:highlight>
                  <a:schemeClr val="accent5"/>
                </a:highlight>
                <a:latin typeface="Space Grotesk Medium"/>
                <a:ea typeface="Space Grotesk Medium"/>
                <a:cs typeface="Space Grotesk Medium"/>
                <a:sym typeface="Space Grotesk Medium"/>
              </a:defRPr>
            </a:lvl2pPr>
            <a:lvl3pPr marR="0" lvl="2" algn="l" rtl="0">
              <a:lnSpc>
                <a:spcPct val="115000"/>
              </a:lnSpc>
              <a:spcBef>
                <a:spcPts val="0"/>
              </a:spcBef>
              <a:spcAft>
                <a:spcPts val="0"/>
              </a:spcAft>
              <a:buClr>
                <a:schemeClr val="lt2"/>
              </a:buClr>
              <a:buSzPts val="2800"/>
              <a:buFont typeface="Space Grotesk Medium"/>
              <a:buNone/>
              <a:defRPr sz="3900" b="0" i="0" u="none" strike="noStrike" cap="none">
                <a:solidFill>
                  <a:schemeClr val="lt2"/>
                </a:solidFill>
                <a:highlight>
                  <a:schemeClr val="accent5"/>
                </a:highlight>
                <a:latin typeface="Space Grotesk Medium"/>
                <a:ea typeface="Space Grotesk Medium"/>
                <a:cs typeface="Space Grotesk Medium"/>
                <a:sym typeface="Space Grotesk Medium"/>
              </a:defRPr>
            </a:lvl3pPr>
            <a:lvl4pPr marR="0" lvl="3" algn="l" rtl="0">
              <a:lnSpc>
                <a:spcPct val="115000"/>
              </a:lnSpc>
              <a:spcBef>
                <a:spcPts val="0"/>
              </a:spcBef>
              <a:spcAft>
                <a:spcPts val="0"/>
              </a:spcAft>
              <a:buClr>
                <a:schemeClr val="lt2"/>
              </a:buClr>
              <a:buSzPts val="2800"/>
              <a:buFont typeface="Space Grotesk Medium"/>
              <a:buNone/>
              <a:defRPr sz="3900" b="0" i="0" u="none" strike="noStrike" cap="none">
                <a:solidFill>
                  <a:schemeClr val="lt2"/>
                </a:solidFill>
                <a:highlight>
                  <a:schemeClr val="accent5"/>
                </a:highlight>
                <a:latin typeface="Space Grotesk Medium"/>
                <a:ea typeface="Space Grotesk Medium"/>
                <a:cs typeface="Space Grotesk Medium"/>
                <a:sym typeface="Space Grotesk Medium"/>
              </a:defRPr>
            </a:lvl4pPr>
            <a:lvl5pPr marR="0" lvl="4" algn="l" rtl="0">
              <a:lnSpc>
                <a:spcPct val="115000"/>
              </a:lnSpc>
              <a:spcBef>
                <a:spcPts val="0"/>
              </a:spcBef>
              <a:spcAft>
                <a:spcPts val="0"/>
              </a:spcAft>
              <a:buClr>
                <a:schemeClr val="lt2"/>
              </a:buClr>
              <a:buSzPts val="2800"/>
              <a:buFont typeface="Space Grotesk Medium"/>
              <a:buNone/>
              <a:defRPr sz="3900" b="0" i="0" u="none" strike="noStrike" cap="none">
                <a:solidFill>
                  <a:schemeClr val="lt2"/>
                </a:solidFill>
                <a:highlight>
                  <a:schemeClr val="accent5"/>
                </a:highlight>
                <a:latin typeface="Space Grotesk Medium"/>
                <a:ea typeface="Space Grotesk Medium"/>
                <a:cs typeface="Space Grotesk Medium"/>
                <a:sym typeface="Space Grotesk Medium"/>
              </a:defRPr>
            </a:lvl5pPr>
            <a:lvl6pPr marR="0" lvl="5" algn="l" rtl="0">
              <a:lnSpc>
                <a:spcPct val="115000"/>
              </a:lnSpc>
              <a:spcBef>
                <a:spcPts val="0"/>
              </a:spcBef>
              <a:spcAft>
                <a:spcPts val="0"/>
              </a:spcAft>
              <a:buClr>
                <a:schemeClr val="lt2"/>
              </a:buClr>
              <a:buSzPts val="2800"/>
              <a:buFont typeface="Space Grotesk Medium"/>
              <a:buNone/>
              <a:defRPr sz="3900" b="0" i="0" u="none" strike="noStrike" cap="none">
                <a:solidFill>
                  <a:schemeClr val="lt2"/>
                </a:solidFill>
                <a:highlight>
                  <a:schemeClr val="accent5"/>
                </a:highlight>
                <a:latin typeface="Space Grotesk Medium"/>
                <a:ea typeface="Space Grotesk Medium"/>
                <a:cs typeface="Space Grotesk Medium"/>
                <a:sym typeface="Space Grotesk Medium"/>
              </a:defRPr>
            </a:lvl6pPr>
            <a:lvl7pPr marR="0" lvl="6" algn="l" rtl="0">
              <a:lnSpc>
                <a:spcPct val="115000"/>
              </a:lnSpc>
              <a:spcBef>
                <a:spcPts val="0"/>
              </a:spcBef>
              <a:spcAft>
                <a:spcPts val="0"/>
              </a:spcAft>
              <a:buClr>
                <a:schemeClr val="lt2"/>
              </a:buClr>
              <a:buSzPts val="2800"/>
              <a:buFont typeface="Space Grotesk Medium"/>
              <a:buNone/>
              <a:defRPr sz="3900" b="0" i="0" u="none" strike="noStrike" cap="none">
                <a:solidFill>
                  <a:schemeClr val="lt2"/>
                </a:solidFill>
                <a:highlight>
                  <a:schemeClr val="accent5"/>
                </a:highlight>
                <a:latin typeface="Space Grotesk Medium"/>
                <a:ea typeface="Space Grotesk Medium"/>
                <a:cs typeface="Space Grotesk Medium"/>
                <a:sym typeface="Space Grotesk Medium"/>
              </a:defRPr>
            </a:lvl7pPr>
            <a:lvl8pPr marR="0" lvl="7" algn="l" rtl="0">
              <a:lnSpc>
                <a:spcPct val="115000"/>
              </a:lnSpc>
              <a:spcBef>
                <a:spcPts val="0"/>
              </a:spcBef>
              <a:spcAft>
                <a:spcPts val="0"/>
              </a:spcAft>
              <a:buClr>
                <a:schemeClr val="lt2"/>
              </a:buClr>
              <a:buSzPts val="2800"/>
              <a:buFont typeface="Space Grotesk Medium"/>
              <a:buNone/>
              <a:defRPr sz="3900" b="0" i="0" u="none" strike="noStrike" cap="none">
                <a:solidFill>
                  <a:schemeClr val="lt2"/>
                </a:solidFill>
                <a:highlight>
                  <a:schemeClr val="accent5"/>
                </a:highlight>
                <a:latin typeface="Space Grotesk Medium"/>
                <a:ea typeface="Space Grotesk Medium"/>
                <a:cs typeface="Space Grotesk Medium"/>
                <a:sym typeface="Space Grotesk Medium"/>
              </a:defRPr>
            </a:lvl8pPr>
            <a:lvl9pPr marR="0" lvl="8" algn="l" rtl="0">
              <a:lnSpc>
                <a:spcPct val="115000"/>
              </a:lnSpc>
              <a:spcBef>
                <a:spcPts val="0"/>
              </a:spcBef>
              <a:spcAft>
                <a:spcPts val="0"/>
              </a:spcAft>
              <a:buClr>
                <a:schemeClr val="lt2"/>
              </a:buClr>
              <a:buSzPts val="2800"/>
              <a:buFont typeface="Space Grotesk Medium"/>
              <a:buNone/>
              <a:defRPr sz="3900" b="0" i="0" u="none" strike="noStrike" cap="none">
                <a:solidFill>
                  <a:schemeClr val="lt2"/>
                </a:solidFill>
                <a:highlight>
                  <a:schemeClr val="accent5"/>
                </a:highlight>
                <a:latin typeface="Space Grotesk Medium"/>
                <a:ea typeface="Space Grotesk Medium"/>
                <a:cs typeface="Space Grotesk Medium"/>
                <a:sym typeface="Space Grotesk Medium"/>
              </a:defRPr>
            </a:lvl9pPr>
          </a:lstStyle>
          <a:p>
            <a:r>
              <a:rPr lang="de-DE" sz="3800" dirty="0"/>
              <a:t>Fazit</a:t>
            </a:r>
          </a:p>
        </p:txBody>
      </p:sp>
      <p:sp>
        <p:nvSpPr>
          <p:cNvPr id="5" name="TextBox 4">
            <a:extLst>
              <a:ext uri="{FF2B5EF4-FFF2-40B4-BE49-F238E27FC236}">
                <a16:creationId xmlns:a16="http://schemas.microsoft.com/office/drawing/2014/main" id="{C1471944-DF08-BD00-84E7-2FB794E44F03}"/>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10</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extLst>
      <p:ext uri="{BB962C8B-B14F-4D97-AF65-F5344CB8AC3E}">
        <p14:creationId xmlns:p14="http://schemas.microsoft.com/office/powerpoint/2010/main" val="2127329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91"/>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de-DE" sz="3800" noProof="0" dirty="0"/>
              <a:t>Reflexion</a:t>
            </a:r>
          </a:p>
        </p:txBody>
      </p:sp>
      <p:sp>
        <p:nvSpPr>
          <p:cNvPr id="904" name="Google Shape;904;p91"/>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905" name="Google Shape;905;p91"/>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906" name="Google Shape;906;p91"/>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de-DE" noProof="0" dirty="0">
              <a:latin typeface="Space Grotesk"/>
              <a:ea typeface="Space Grotesk"/>
              <a:cs typeface="Space Grotesk"/>
              <a:sym typeface="Space Grotesk"/>
            </a:endParaRPr>
          </a:p>
        </p:txBody>
      </p:sp>
      <p:sp>
        <p:nvSpPr>
          <p:cNvPr id="907" name="Google Shape;907;p91"/>
          <p:cNvSpPr txBox="1"/>
          <p:nvPr/>
        </p:nvSpPr>
        <p:spPr>
          <a:xfrm>
            <a:off x="742950" y="1470400"/>
            <a:ext cx="5372700" cy="3357300"/>
          </a:xfrm>
          <a:prstGeom prst="rect">
            <a:avLst/>
          </a:prstGeom>
          <a:noFill/>
          <a:ln>
            <a:noFill/>
          </a:ln>
        </p:spPr>
        <p:txBody>
          <a:bodyPr spcFirstLastPara="1" wrap="square" lIns="91425" tIns="91425" rIns="91425" bIns="91425" anchor="t" anchorCtr="0">
            <a:noAutofit/>
          </a:bodyPr>
          <a:lstStyle/>
          <a:p>
            <a:pPr marL="114300" lvl="0" algn="l" rtl="0">
              <a:spcBef>
                <a:spcPts val="0"/>
              </a:spcBef>
              <a:spcAft>
                <a:spcPts val="0"/>
              </a:spcAft>
              <a:buClr>
                <a:schemeClr val="lt2"/>
              </a:buClr>
              <a:buSzPts val="1800"/>
            </a:pPr>
            <a:r>
              <a:rPr lang="de-DE" sz="1600" b="1" noProof="0" dirty="0">
                <a:solidFill>
                  <a:schemeClr val="lt2"/>
                </a:solidFill>
                <a:latin typeface="Space Grotesk"/>
                <a:ea typeface="Space Grotesk"/>
                <a:cs typeface="Space Grotesk"/>
                <a:sym typeface="Space Grotesk"/>
              </a:rPr>
              <a:t>Zentrale Erkenntnisse:</a:t>
            </a:r>
          </a:p>
          <a:p>
            <a:pPr marL="457200" lvl="4" indent="-342900">
              <a:buClr>
                <a:schemeClr val="lt2"/>
              </a:buClr>
              <a:buSzPts val="1800"/>
              <a:buFont typeface="Space Grotesk"/>
              <a:buAutoNum type="arabicPeriod"/>
            </a:pPr>
            <a:r>
              <a:rPr lang="de-DE" sz="1600" noProof="0" dirty="0">
                <a:solidFill>
                  <a:schemeClr val="lt2"/>
                </a:solidFill>
                <a:latin typeface="Space Grotesk"/>
                <a:ea typeface="Space Grotesk"/>
                <a:cs typeface="Space Grotesk"/>
                <a:sym typeface="Space Grotesk"/>
              </a:rPr>
              <a:t>Technische Entscheidungen sozial und strategisch</a:t>
            </a:r>
          </a:p>
          <a:p>
            <a:pPr marL="457200" lvl="4" indent="-342900">
              <a:buClr>
                <a:schemeClr val="lt2"/>
              </a:buClr>
              <a:buSzPts val="1800"/>
              <a:buFont typeface="Space Grotesk"/>
              <a:buAutoNum type="arabicPeriod"/>
            </a:pPr>
            <a:r>
              <a:rPr lang="de-DE" sz="1600" noProof="0" dirty="0">
                <a:solidFill>
                  <a:schemeClr val="lt2"/>
                </a:solidFill>
                <a:latin typeface="Space Grotesk"/>
                <a:ea typeface="Space Grotesk"/>
                <a:cs typeface="Space Grotesk"/>
                <a:sym typeface="Space Grotesk"/>
              </a:rPr>
              <a:t>KI aus Innovationsdruck eingesetzt</a:t>
            </a:r>
          </a:p>
          <a:p>
            <a:pPr marL="457200" lvl="4" indent="-342900">
              <a:buClr>
                <a:schemeClr val="lt2"/>
              </a:buClr>
              <a:buSzPts val="1800"/>
              <a:buFont typeface="Space Grotesk"/>
              <a:buAutoNum type="arabicPeriod"/>
            </a:pPr>
            <a:r>
              <a:rPr lang="de-DE" sz="1600" noProof="0" dirty="0">
                <a:solidFill>
                  <a:schemeClr val="lt2"/>
                </a:solidFill>
                <a:latin typeface="Space Grotesk"/>
                <a:ea typeface="Space Grotesk"/>
                <a:cs typeface="Space Grotesk"/>
                <a:sym typeface="Space Grotesk"/>
              </a:rPr>
              <a:t>Ökologische und soziale Kosten ausgeblendet</a:t>
            </a:r>
          </a:p>
          <a:p>
            <a:pPr marL="457200" lvl="4" indent="-342900">
              <a:buClr>
                <a:schemeClr val="lt2"/>
              </a:buClr>
              <a:buSzPts val="1800"/>
              <a:buFont typeface="Space Grotesk"/>
              <a:buAutoNum type="arabicPeriod"/>
            </a:pPr>
            <a:endParaRPr lang="de-DE" sz="1600" noProof="0" dirty="0">
              <a:solidFill>
                <a:schemeClr val="lt2"/>
              </a:solidFill>
              <a:latin typeface="Space Grotesk"/>
              <a:ea typeface="Space Grotesk"/>
              <a:cs typeface="Space Grotesk"/>
              <a:sym typeface="Space Grotesk"/>
            </a:endParaRPr>
          </a:p>
          <a:p>
            <a:pPr marL="114300" lvl="4">
              <a:buClr>
                <a:schemeClr val="lt2"/>
              </a:buClr>
              <a:buSzPts val="1800"/>
            </a:pPr>
            <a:r>
              <a:rPr lang="de-DE" sz="1600" b="1" dirty="0">
                <a:solidFill>
                  <a:schemeClr val="lt2"/>
                </a:solidFill>
                <a:latin typeface="Space Grotesk"/>
                <a:ea typeface="Space Grotesk"/>
                <a:cs typeface="Space Grotesk"/>
                <a:sym typeface="Space Grotesk"/>
              </a:rPr>
              <a:t>Handlungsempfehlungen:</a:t>
            </a:r>
          </a:p>
          <a:p>
            <a:pPr marL="457200" lvl="4" indent="-342900">
              <a:buClr>
                <a:schemeClr val="lt2"/>
              </a:buClr>
              <a:buSzPts val="1800"/>
              <a:buFont typeface="+mj-lt"/>
              <a:buAutoNum type="arabicPeriod"/>
            </a:pPr>
            <a:r>
              <a:rPr lang="de-DE" sz="1600" noProof="0" dirty="0">
                <a:solidFill>
                  <a:schemeClr val="lt2"/>
                </a:solidFill>
                <a:latin typeface="Space Grotesk"/>
                <a:ea typeface="Space Grotesk"/>
                <a:cs typeface="Space Grotesk"/>
                <a:sym typeface="Space Grotesk"/>
              </a:rPr>
              <a:t>KI nur bei funktionaler Notwendigkeit einsetzen</a:t>
            </a:r>
          </a:p>
          <a:p>
            <a:pPr marL="457200" lvl="4" indent="-342900">
              <a:buClr>
                <a:schemeClr val="lt2"/>
              </a:buClr>
              <a:buSzPts val="1800"/>
              <a:buFont typeface="+mj-lt"/>
              <a:buAutoNum type="arabicPeriod"/>
            </a:pPr>
            <a:r>
              <a:rPr lang="de-DE" sz="1600" dirty="0">
                <a:solidFill>
                  <a:schemeClr val="lt2"/>
                </a:solidFill>
                <a:latin typeface="Space Grotesk"/>
                <a:ea typeface="Space Grotesk"/>
                <a:cs typeface="Space Grotesk"/>
                <a:sym typeface="Space Grotesk"/>
              </a:rPr>
              <a:t>Energieeffizientere Alternativen bevorzugen</a:t>
            </a:r>
          </a:p>
          <a:p>
            <a:pPr marL="457200" lvl="4" indent="-342900">
              <a:buClr>
                <a:schemeClr val="lt2"/>
              </a:buClr>
              <a:buSzPts val="1800"/>
              <a:buFont typeface="+mj-lt"/>
              <a:buAutoNum type="arabicPeriod"/>
            </a:pPr>
            <a:r>
              <a:rPr lang="de-DE" sz="1600" dirty="0">
                <a:solidFill>
                  <a:schemeClr val="lt2"/>
                </a:solidFill>
                <a:latin typeface="Space Grotesk"/>
                <a:ea typeface="Space Grotesk"/>
                <a:cs typeface="Space Grotesk"/>
                <a:sym typeface="Space Grotesk"/>
              </a:rPr>
              <a:t>Ökologische/soziale Kosten frühzeitig berücksichtigen</a:t>
            </a:r>
          </a:p>
          <a:p>
            <a:pPr marL="457200" lvl="4" indent="-342900">
              <a:buClr>
                <a:schemeClr val="lt2"/>
              </a:buClr>
              <a:buSzPts val="1800"/>
              <a:buFont typeface="+mj-lt"/>
              <a:buAutoNum type="arabicPeriod"/>
            </a:pPr>
            <a:endParaRPr lang="de-DE" sz="1600" noProof="0" dirty="0">
              <a:solidFill>
                <a:schemeClr val="lt2"/>
              </a:solidFill>
              <a:latin typeface="Space Grotesk"/>
              <a:ea typeface="Space Grotesk"/>
              <a:cs typeface="Space Grotesk"/>
              <a:sym typeface="Space Grotesk"/>
            </a:endParaRPr>
          </a:p>
        </p:txBody>
      </p:sp>
      <p:pic>
        <p:nvPicPr>
          <p:cNvPr id="3" name="Graphic 2" descr="Reflection with solid fill">
            <a:extLst>
              <a:ext uri="{FF2B5EF4-FFF2-40B4-BE49-F238E27FC236}">
                <a16:creationId xmlns:a16="http://schemas.microsoft.com/office/drawing/2014/main" id="{55293A6D-2E42-D0CD-9A87-2CA0D4AF01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15650" y="1451375"/>
            <a:ext cx="2240750" cy="2240750"/>
          </a:xfrm>
          <a:prstGeom prst="rect">
            <a:avLst/>
          </a:prstGeom>
        </p:spPr>
      </p:pic>
      <p:sp>
        <p:nvSpPr>
          <p:cNvPr id="4" name="TextBox 3">
            <a:extLst>
              <a:ext uri="{FF2B5EF4-FFF2-40B4-BE49-F238E27FC236}">
                <a16:creationId xmlns:a16="http://schemas.microsoft.com/office/drawing/2014/main" id="{C08180D0-4FD5-AB81-55EE-403C3F8AB6C1}"/>
              </a:ext>
            </a:extLst>
          </p:cNvPr>
          <p:cNvSpPr txBox="1"/>
          <p:nvPr/>
        </p:nvSpPr>
        <p:spPr>
          <a:xfrm>
            <a:off x="7195876" y="4756150"/>
            <a:ext cx="1948124" cy="307777"/>
          </a:xfrm>
          <a:prstGeom prst="rect">
            <a:avLst/>
          </a:prstGeom>
          <a:noFill/>
        </p:spPr>
        <p:txBody>
          <a:bodyPr wrap="square" rtlCol="0">
            <a:spAutoFit/>
          </a:bodyPr>
          <a:lstStyle/>
          <a:p>
            <a:pPr algn="r"/>
            <a:r>
              <a:rPr lang="en-US" dirty="0">
                <a:solidFill>
                  <a:schemeClr val="tx2"/>
                </a:solidFill>
              </a:rPr>
              <a:t>[ Quelle </a:t>
            </a:r>
            <a:r>
              <a:rPr lang="de-DE" dirty="0">
                <a:solidFill>
                  <a:schemeClr val="tx2"/>
                </a:solidFill>
              </a:rPr>
              <a:t>]</a:t>
            </a:r>
          </a:p>
        </p:txBody>
      </p:sp>
      <p:sp>
        <p:nvSpPr>
          <p:cNvPr id="2" name="TextBox 1">
            <a:extLst>
              <a:ext uri="{FF2B5EF4-FFF2-40B4-BE49-F238E27FC236}">
                <a16:creationId xmlns:a16="http://schemas.microsoft.com/office/drawing/2014/main" id="{D4799FD6-774C-9D06-699D-87A1D13A2943}"/>
              </a:ext>
            </a:extLst>
          </p:cNvPr>
          <p:cNvSpPr txBox="1"/>
          <p:nvPr/>
        </p:nvSpPr>
        <p:spPr>
          <a:xfrm>
            <a:off x="0" y="4767300"/>
            <a:ext cx="9144000" cy="246221"/>
          </a:xfrm>
          <a:prstGeom prst="rect">
            <a:avLst/>
          </a:prstGeom>
          <a:noFill/>
        </p:spPr>
        <p:txBody>
          <a:bodyPr wrap="square" rtlCol="0">
            <a:spAutoFit/>
          </a:bodyPr>
          <a:lstStyle/>
          <a:p>
            <a:pPr algn="ctr"/>
            <a:r>
              <a:rPr lang="de-DE" sz="1000" i="1" dirty="0">
                <a:solidFill>
                  <a:schemeClr val="bg1">
                    <a:lumMod val="60000"/>
                    <a:lumOff val="40000"/>
                  </a:schemeClr>
                </a:solidFill>
                <a:latin typeface="Space Grotesk" panose="020B0604020202020204" charset="0"/>
                <a:cs typeface="Space Grotesk" panose="020B0604020202020204" charset="0"/>
              </a:rPr>
              <a:t>Ethische Bewertung von KI in Assistenzsystemen</a:t>
            </a:r>
          </a:p>
        </p:txBody>
      </p:sp>
      <p:sp>
        <p:nvSpPr>
          <p:cNvPr id="5" name="TextBox 4">
            <a:extLst>
              <a:ext uri="{FF2B5EF4-FFF2-40B4-BE49-F238E27FC236}">
                <a16:creationId xmlns:a16="http://schemas.microsoft.com/office/drawing/2014/main" id="{4568DAD0-F2E4-D278-B229-84DE31F2B073}"/>
              </a:ext>
            </a:extLst>
          </p:cNvPr>
          <p:cNvSpPr txBox="1"/>
          <p:nvPr/>
        </p:nvSpPr>
        <p:spPr>
          <a:xfrm>
            <a:off x="0" y="4835723"/>
            <a:ext cx="699975" cy="307777"/>
          </a:xfrm>
          <a:prstGeom prst="rect">
            <a:avLst/>
          </a:prstGeom>
          <a:noFill/>
        </p:spPr>
        <p:txBody>
          <a:bodyPr wrap="square" rtlCol="0">
            <a:spAutoFit/>
          </a:bodyPr>
          <a:lstStyle/>
          <a:p>
            <a:pPr algn="ctr"/>
            <a:r>
              <a:rPr lang="en-US" dirty="0">
                <a:solidFill>
                  <a:schemeClr val="bg1">
                    <a:lumMod val="60000"/>
                    <a:lumOff val="40000"/>
                  </a:schemeClr>
                </a:solidFill>
                <a:latin typeface="Space Grotesk" panose="020B0604020202020204" charset="0"/>
                <a:cs typeface="Space Grotesk" panose="020B0604020202020204" charset="0"/>
              </a:rPr>
              <a:t>11</a:t>
            </a:r>
            <a:endParaRPr lang="de-DE" dirty="0">
              <a:solidFill>
                <a:schemeClr val="bg1">
                  <a:lumMod val="60000"/>
                  <a:lumOff val="40000"/>
                </a:schemeClr>
              </a:solidFill>
              <a:latin typeface="Space Grotesk" panose="020B0604020202020204" charset="0"/>
              <a:cs typeface="Space Grotesk" panose="020B06040202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92"/>
          <p:cNvSpPr txBox="1">
            <a:spLocks noGrp="1"/>
          </p:cNvSpPr>
          <p:nvPr>
            <p:ph type="title" idx="4"/>
          </p:nvPr>
        </p:nvSpPr>
        <p:spPr>
          <a:xfrm>
            <a:off x="900750" y="2157600"/>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800"/>
              <a:t>Danke für eure Aufmerksamkeit </a:t>
            </a:r>
            <a:endParaRPr sz="3800"/>
          </a:p>
        </p:txBody>
      </p:sp>
      <p:sp>
        <p:nvSpPr>
          <p:cNvPr id="913" name="Google Shape;913;p92"/>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914" name="Google Shape;914;p92"/>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915" name="Google Shape;915;p92"/>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92">
          <a:extLst>
            <a:ext uri="{FF2B5EF4-FFF2-40B4-BE49-F238E27FC236}">
              <a16:creationId xmlns:a16="http://schemas.microsoft.com/office/drawing/2014/main" id="{6DE61FE4-4B8C-E5B2-67F9-9C61643673FA}"/>
            </a:ext>
          </a:extLst>
        </p:cNvPr>
        <p:cNvGrpSpPr/>
        <p:nvPr/>
      </p:nvGrpSpPr>
      <p:grpSpPr>
        <a:xfrm>
          <a:off x="0" y="0"/>
          <a:ext cx="0" cy="0"/>
          <a:chOff x="0" y="0"/>
          <a:chExt cx="0" cy="0"/>
        </a:xfrm>
      </p:grpSpPr>
      <p:sp>
        <p:nvSpPr>
          <p:cNvPr id="793" name="Google Shape;793;p83">
            <a:extLst>
              <a:ext uri="{FF2B5EF4-FFF2-40B4-BE49-F238E27FC236}">
                <a16:creationId xmlns:a16="http://schemas.microsoft.com/office/drawing/2014/main" id="{4126FD7D-BFC7-DB59-2816-5F5741675DFB}"/>
              </a:ext>
            </a:extLst>
          </p:cNvPr>
          <p:cNvSpPr txBox="1">
            <a:spLocks noGrp="1"/>
          </p:cNvSpPr>
          <p:nvPr>
            <p:ph type="title" idx="4"/>
          </p:nvPr>
        </p:nvSpPr>
        <p:spPr>
          <a:xfrm>
            <a:off x="699975" y="734275"/>
            <a:ext cx="7342500" cy="828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800" dirty="0"/>
              <a:t>Literatur</a:t>
            </a:r>
            <a:endParaRPr sz="3800" dirty="0"/>
          </a:p>
        </p:txBody>
      </p:sp>
      <p:sp>
        <p:nvSpPr>
          <p:cNvPr id="794" name="Google Shape;794;p83">
            <a:extLst>
              <a:ext uri="{FF2B5EF4-FFF2-40B4-BE49-F238E27FC236}">
                <a16:creationId xmlns:a16="http://schemas.microsoft.com/office/drawing/2014/main" id="{31E5D76A-0368-9DDB-00AB-A922B20E6339}"/>
              </a:ext>
            </a:extLst>
          </p:cNvPr>
          <p:cNvSpPr/>
          <p:nvPr/>
        </p:nvSpPr>
        <p:spPr>
          <a:xfrm>
            <a:off x="4124750" y="4229650"/>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95" name="Google Shape;795;p83">
            <a:extLst>
              <a:ext uri="{FF2B5EF4-FFF2-40B4-BE49-F238E27FC236}">
                <a16:creationId xmlns:a16="http://schemas.microsoft.com/office/drawing/2014/main" id="{B395E579-3C04-16F1-F047-2B3AD2CCF033}"/>
              </a:ext>
            </a:extLst>
          </p:cNvPr>
          <p:cNvSpPr/>
          <p:nvPr/>
        </p:nvSpPr>
        <p:spPr>
          <a:xfrm>
            <a:off x="7358275" y="16736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96" name="Google Shape;796;p83">
            <a:extLst>
              <a:ext uri="{FF2B5EF4-FFF2-40B4-BE49-F238E27FC236}">
                <a16:creationId xmlns:a16="http://schemas.microsoft.com/office/drawing/2014/main" id="{334D0EBF-FC08-94B4-3B25-5F8F795782BE}"/>
              </a:ext>
            </a:extLst>
          </p:cNvPr>
          <p:cNvSpPr/>
          <p:nvPr/>
        </p:nvSpPr>
        <p:spPr>
          <a:xfrm>
            <a:off x="6798375" y="401425"/>
            <a:ext cx="397500" cy="248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pace Grotesk"/>
              <a:ea typeface="Space Grotesk"/>
              <a:cs typeface="Space Grotesk"/>
              <a:sym typeface="Space Grotesk"/>
            </a:endParaRPr>
          </a:p>
        </p:txBody>
      </p:sp>
      <p:sp>
        <p:nvSpPr>
          <p:cNvPr id="797" name="Google Shape;797;p83">
            <a:extLst>
              <a:ext uri="{FF2B5EF4-FFF2-40B4-BE49-F238E27FC236}">
                <a16:creationId xmlns:a16="http://schemas.microsoft.com/office/drawing/2014/main" id="{4FB13A51-121E-EED0-A9C3-EF880FDDE204}"/>
              </a:ext>
            </a:extLst>
          </p:cNvPr>
          <p:cNvSpPr txBox="1"/>
          <p:nvPr/>
        </p:nvSpPr>
        <p:spPr>
          <a:xfrm>
            <a:off x="699975" y="1562575"/>
            <a:ext cx="7744050" cy="2915400"/>
          </a:xfrm>
          <a:prstGeom prst="rect">
            <a:avLst/>
          </a:prstGeom>
          <a:noFill/>
          <a:ln>
            <a:noFill/>
          </a:ln>
        </p:spPr>
        <p:txBody>
          <a:bodyPr spcFirstLastPara="1" wrap="square" lIns="91425" tIns="91425" rIns="91425" bIns="91425" anchor="ctr" anchorCtr="0">
            <a:noAutofit/>
          </a:bodyPr>
          <a:lstStyle/>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[1] Z. Ji und M. Jiang, „A Systematic Review of Electricity Demand forLarge Language Models: Evaluations, Challenges, and Solutions“, Renewable and Sustainable Energy Reviews, Jg. 225, S. 116 159, Jan. 2026,issn: 13640321. doi: 10.1016/j.rser.2025.116159 besucht am 25. Nov.2025. Adresse: https://linkinghub.elsevier.com/retrieve/pii/S1364032125008329</a:t>
            </a:r>
            <a:br>
              <a:rPr lang="de-DE" sz="500" noProof="1">
                <a:solidFill>
                  <a:schemeClr val="lt2"/>
                </a:solidFill>
                <a:latin typeface="Space Grotesk"/>
                <a:ea typeface="Space Grotesk"/>
                <a:cs typeface="Space Grotesk"/>
                <a:sym typeface="Space Grotesk"/>
              </a:rPr>
            </a:br>
            <a:r>
              <a:rPr lang="de-DE" sz="500" noProof="1">
                <a:solidFill>
                  <a:schemeClr val="lt2"/>
                </a:solidFill>
                <a:latin typeface="Space Grotesk"/>
                <a:ea typeface="Space Grotesk"/>
                <a:cs typeface="Space Grotesk"/>
                <a:sym typeface="Space Grotesk"/>
              </a:rPr>
              <a:t>[2] C. Elsworth u. a. „Measuring the environmental impact of delivering AI at Google Scale“. arXiv: 2508.15734 [cs], besucht am 5. Jan. 2026.Adresse: http://arxiv.org/abs/2508.15734 Vorveröffentlichung.</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[3] N. Jegham, M. Abdelatti, C. Y. Koh, L. Elmoubarki und A. Hendawi.„How Hungry is AI? Benchmarking Energy, Water, and Carbon Foot-print of LLM Inference“. arXiv: 2505.09598 [cs], besucht am 8. Jan.2026. Adresse: http : / / arxiv . org / abs / 2505 . 09598 Vorveröffentli-chung.</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[4] A. Chatterji u. a., „How People Use ChatGPT“, Adresse: http://www.nber.org/papers/w34255</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[5] A. Grunwald, Technikfolgenabschätzung: Einführung (Nomos Bibliothek),4. Auflage. Baden-Baden: Nomos Verlagsgesellschaft mbH &amp; Co. KG,2025, 1 S., isbn: 978-3-7560-1595-5 978-3-7489-4514-7. doi: 10.5771/9783748945147</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[6] H. Jonas, Das Prinzip Verantwortung : Versuch Einer Ethik Für Die Technologische Zivilisation, [9. Aufl.] Frankfurt am Main: Suhrkamp, 425 S.isbn: 978-3-518-37585-3.</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[7] J.-M. Mönig u. a., Ethics by Design: Grundlagen, Umsetzung und Grenzen ethischer Technikgestaltung. Verlag Karl Alber, 2025, isbn: 978-3-495-99022-3. doi: 10.5771/9783495990223 besucht am 2. Jan. 2026. Adresse:https://www.nomos-elibrary.de/index.php?doi=10.5771/9783495990223</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[8] L. Floridi, The Ethics of Information. Oxford: Oxford University Press,2015, 357 S., isbn: 978-0-19-964132-1 978-0-19-874805-2.</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[9] I. E. A., „Energy and AI“, Paris, 2025, S. 304. Adresse: www.iea.org/reports/energy-and-ai</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[10] D. R. M. Matueny und D. J. J. Nyamai, „Illusion of Competence and Skill Degradation in Artificial Intelligence Dependency among Users“,International Journal of Research and Scientific Innovation, Jg. XII, Nr. V,S. 1725–1738, 19. Juni 2025, issn: 23212705. doi: 10.51244/IJRSI.2025.120500163 besucht am 6. Jan. 2026. Adresse: https://rsisinternational.org/journals/ijrsi/articles/illusion-of-competence-and-skill-degradation-in-artificial-intelligence-dependency-among-users/</a:t>
            </a:r>
            <a:br>
              <a:rPr lang="de-DE" sz="500" noProof="1">
                <a:solidFill>
                  <a:schemeClr val="lt2"/>
                </a:solidFill>
                <a:latin typeface="Space Grotesk"/>
                <a:ea typeface="Space Grotesk"/>
                <a:cs typeface="Space Grotesk"/>
                <a:sym typeface="Space Grotesk"/>
              </a:rPr>
            </a:br>
            <a:r>
              <a:rPr lang="de-DE" sz="500" noProof="1">
                <a:solidFill>
                  <a:schemeClr val="lt2"/>
                </a:solidFill>
                <a:latin typeface="Space Grotesk"/>
                <a:ea typeface="Space Grotesk"/>
                <a:cs typeface="Space Grotesk"/>
                <a:sym typeface="Space Grotesk"/>
              </a:rPr>
              <a:t>[11] S. Bardzell, „Shaowen Bardzell“, Interactions, Jg. 24, Nr. 3, S. 12–13,27. Apr. 2017, issn: 1072-5520, 1558-3449. doi: 10 . 1145 / 3068259 besucht am 26. Nov. 2025. Adresse: https://dl.acm.org/doi/10.1145/3068259</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[12] S. Lindgren, „Introducing Critical Studies of Artificial Intelligence“, in Handbook of Cri\atical Studies of Artificial Intelligence, S. Lindgren, Hrsg.,Edward Elgar Publishing, 14. Nov. 2023, S. 1–19, isbn: 978-1-80392-856-2 978-1-80392-855-5. doi: 10.4337/9781803928562.00005 besucht am26. Nov. 2025. Adresse: https://www.elgaronline.com/view/book/9781803928562/book-part-9781803928562-5.xml</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[13] G. Kasneci u. a. „Europe’s AI Imperative - A Pragmatic Blueprint forGlobal Tech Leadership“, besucht am 26. Nov. 2025. Adresse: https://osf.io/8uyrc_v1</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[14] Akoh Atadoga, Uchenna Joseph Umoga, Oluwaseun Augustine Lottuund Enoch Oluwademilade Sodiya, „Tools, techniques, and trends insustainable software engineering: A critical review of current practicesand future directions“, World Journal of Advanced Engineering Technologyand Sciences, Jg. 11, Nr. 1, S. 231–239, 28. Feb. 2024, issn: 25828266. doi:10.30574/wjaets.2024.11.1.0051 besucht am 7. Jan. 2026. Adresse:https://wjaets.com/node/1930</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[15] C. C. Venters u. a., „Sustainable software engineering: Reflections onadvances in research and practice“, Information and Software Technology,Jg. 164, S. 107 316, Dez. 2023, issn: 09505849. doi: 10.1016/j.infsof.2023.107316 besucht am 7. Jan. 2026. Adresse: https://linkinghub.elsevier.com/retrieve/pii/S0950584923001714</a:t>
            </a:r>
          </a:p>
          <a:p>
            <a:pPr marL="114300" lvl="0">
              <a:lnSpc>
                <a:spcPct val="150000"/>
              </a:lnSpc>
              <a:buClr>
                <a:schemeClr val="lt2"/>
              </a:buClr>
              <a:buSzPts val="1800"/>
            </a:pPr>
            <a:r>
              <a:rPr lang="de-DE" sz="500" noProof="1">
                <a:solidFill>
                  <a:schemeClr val="lt2"/>
                </a:solidFill>
                <a:latin typeface="Space Grotesk"/>
                <a:ea typeface="Space Grotesk"/>
                <a:cs typeface="Space Grotesk"/>
                <a:sym typeface="Space Grotesk"/>
              </a:rPr>
              <a:t>[16] E. Strubell, A. Ganesh und A. McCallum. „Energy and Policy Considerations for Deep Learning in NLP“. arXiv: 1906.02243 [cs], besucht am 8. Jan. 2026. Adresse: http://arxiv.org/abs/1906.02243 Vorver-öffentlichung.</a:t>
            </a:r>
          </a:p>
        </p:txBody>
      </p:sp>
    </p:spTree>
    <p:extLst>
      <p:ext uri="{BB962C8B-B14F-4D97-AF65-F5344CB8AC3E}">
        <p14:creationId xmlns:p14="http://schemas.microsoft.com/office/powerpoint/2010/main" val="1040039043"/>
      </p:ext>
    </p:extLst>
  </p:cSld>
  <p:clrMapOvr>
    <a:masterClrMapping/>
  </p:clrMapOvr>
</p:sld>
</file>

<file path=ppt/theme/theme1.xml><?xml version="1.0" encoding="utf-8"?>
<a:theme xmlns:a="http://schemas.openxmlformats.org/drawingml/2006/main" name="Idea collection &amp; moodboards">
  <a:themeElements>
    <a:clrScheme name="Simple Light">
      <a:dk1>
        <a:srgbClr val="121212"/>
      </a:dk1>
      <a:lt1>
        <a:srgbClr val="FFFFFF"/>
      </a:lt1>
      <a:dk2>
        <a:srgbClr val="E7C5E7"/>
      </a:dk2>
      <a:lt2>
        <a:srgbClr val="29230C"/>
      </a:lt2>
      <a:accent1>
        <a:srgbClr val="EDF0DA"/>
      </a:accent1>
      <a:accent2>
        <a:srgbClr val="F0DFAD"/>
      </a:accent2>
      <a:accent3>
        <a:srgbClr val="C5E6A6"/>
      </a:accent3>
      <a:accent4>
        <a:srgbClr val="89937C"/>
      </a:accent4>
      <a:accent5>
        <a:srgbClr val="B9BEA5"/>
      </a:accent5>
      <a:accent6>
        <a:srgbClr val="EF6351"/>
      </a:accent6>
      <a:hlink>
        <a:srgbClr val="7D616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434343"/>
      </a:lt1>
      <a:dk2>
        <a:srgbClr val="B7B7B7"/>
      </a:dk2>
      <a:lt2>
        <a:srgbClr val="E7E7E7"/>
      </a:lt2>
      <a:accent1>
        <a:srgbClr val="007E6C"/>
      </a:accent1>
      <a:accent2>
        <a:srgbClr val="00E58E"/>
      </a:accent2>
      <a:accent3>
        <a:srgbClr val="CF94B4"/>
      </a:accent3>
      <a:accent4>
        <a:srgbClr val="F6B5D3"/>
      </a:accent4>
      <a:accent5>
        <a:srgbClr val="FFF269"/>
      </a:accent5>
      <a:accent6>
        <a:srgbClr val="F8ED89"/>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1563</Words>
  <Application>Microsoft Office PowerPoint</Application>
  <PresentationFormat>On-screen Show (16:9)</PresentationFormat>
  <Paragraphs>181</Paragraphs>
  <Slides>14</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Helvetica Neue Light</vt:lpstr>
      <vt:lpstr>Helvetica Neue</vt:lpstr>
      <vt:lpstr>Space Grotesk Medium</vt:lpstr>
      <vt:lpstr>Space Grotesk Light</vt:lpstr>
      <vt:lpstr>Space Grotesk</vt:lpstr>
      <vt:lpstr>Idea collection &amp; moodboards</vt:lpstr>
      <vt:lpstr>Simple Light</vt:lpstr>
      <vt:lpstr>Ethische Bewertung von KI in Assistenzsystemen</vt:lpstr>
      <vt:lpstr>Inwiefern ist der Einsatz von KI in datenverarbeitenden Assistenzsystemen ethisch vertretbar, wenn energieeffizientere und technisch einfachere Alternativen existieren?</vt:lpstr>
      <vt:lpstr>Inhaltsverzeichnis</vt:lpstr>
      <vt:lpstr>Ausgangsfrage &amp; Ziel der Arbeit</vt:lpstr>
      <vt:lpstr>Technischer Hintergrund</vt:lpstr>
      <vt:lpstr>Ethik &amp; Sozialwissenschaft</vt:lpstr>
      <vt:lpstr>Bewertungsrahmen</vt:lpstr>
      <vt:lpstr>Fallstudie: KI-Formularassistent </vt:lpstr>
      <vt:lpstr>Energieeffizientere Alternativen</vt:lpstr>
      <vt:lpstr>Fallstudie: KI-Formularassistent</vt:lpstr>
      <vt:lpstr>Der Einsatz von KI im Formularassistenten ist nur eingeschränkt vertretbar. Hoher Energieverbrauch + geringe Transparenz stehen nicht im Verhältnis zum Nutzen.</vt:lpstr>
      <vt:lpstr>Reflexion</vt:lpstr>
      <vt:lpstr>Danke für eure Aufmerksamkeit </vt:lpstr>
      <vt:lpstr>Literatur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Stoklosa, Daniel</dc:creator>
  <cp:lastModifiedBy>Stoklosa, Daniel</cp:lastModifiedBy>
  <cp:revision>6</cp:revision>
  <dcterms:modified xsi:type="dcterms:W3CDTF">2026-01-13T06:21:43Z</dcterms:modified>
</cp:coreProperties>
</file>